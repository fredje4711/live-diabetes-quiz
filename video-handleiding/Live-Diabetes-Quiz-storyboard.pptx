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a8f39a6d2df43e7" /><Relationship Type="http://schemas.openxmlformats.org/officeDocument/2006/relationships/extended-properties" Target="/docProps/app.xml" Id="Rdfe4ba2c46be42bd" /><Relationship Type="http://schemas.openxmlformats.org/officeDocument/2006/relationships/officeDocument" Target="/ppt/presentation.xml" Id="R22e48c1f8653456d" /></Relationships>
</file>

<file path=ppt/presentation.xml><?xml version="1.0" encoding="utf-8"?>
<p:presentation xmlns:p="http://schemas.openxmlformats.org/presentationml/2006/main">
  <p:sldMasterIdLst>
    <p:sldMasterId xmlns:r="http://schemas.openxmlformats.org/officeDocument/2006/relationships" id="2147483648" r:id="R69929c957f70499f"/>
  </p:sldMasterIdLst>
  <p:notesMasterIdLst>
    <p:notesMasterId xmlns:r="http://schemas.openxmlformats.org/officeDocument/2006/relationships" r:id="R71937ce2bd584f60"/>
  </p:notesMasterIdLst>
  <p:sldIdLst>
    <p:sldId xmlns:r="http://schemas.openxmlformats.org/officeDocument/2006/relationships" id="256" r:id="Rc4d60d2613f842c9"/>
    <p:sldId xmlns:r="http://schemas.openxmlformats.org/officeDocument/2006/relationships" id="257" r:id="Re9cb06094061456b"/>
    <p:sldId xmlns:r="http://schemas.openxmlformats.org/officeDocument/2006/relationships" id="258" r:id="Rd2344305dca44b91"/>
    <p:sldId xmlns:r="http://schemas.openxmlformats.org/officeDocument/2006/relationships" id="259" r:id="Rceca9c07e2db424f"/>
    <p:sldId xmlns:r="http://schemas.openxmlformats.org/officeDocument/2006/relationships" id="260" r:id="Rf498130d98f14137"/>
    <p:sldId xmlns:r="http://schemas.openxmlformats.org/officeDocument/2006/relationships" id="261" r:id="Rc0017e757590434b"/>
    <p:sldId xmlns:r="http://schemas.openxmlformats.org/officeDocument/2006/relationships" id="262" r:id="R001614afcc8f4952"/>
    <p:sldId xmlns:r="http://schemas.openxmlformats.org/officeDocument/2006/relationships" id="263" r:id="R910d3329307f4bc5"/>
    <p:sldId xmlns:r="http://schemas.openxmlformats.org/officeDocument/2006/relationships" id="264" r:id="R903a80ebda1e4899"/>
    <p:sldId xmlns:r="http://schemas.openxmlformats.org/officeDocument/2006/relationships" id="265" r:id="R26528624a0a24637"/>
    <p:sldId xmlns:r="http://schemas.openxmlformats.org/officeDocument/2006/relationships" id="266" r:id="R3035dcc44dd8404b"/>
    <p:sldId xmlns:r="http://schemas.openxmlformats.org/officeDocument/2006/relationships" id="267" r:id="Re0b54b7a75ec4e86"/>
    <p:sldId xmlns:r="http://schemas.openxmlformats.org/officeDocument/2006/relationships" id="268" r:id="R1ab07a98e487400f"/>
    <p:sldId xmlns:r="http://schemas.openxmlformats.org/officeDocument/2006/relationships" id="269" r:id="Rae309063fa2f4763"/>
    <p:sldId xmlns:r="http://schemas.openxmlformats.org/officeDocument/2006/relationships" id="270" r:id="R61a844193a7a4f68"/>
    <p:sldId xmlns:r="http://schemas.openxmlformats.org/officeDocument/2006/relationships" id="271" r:id="R94ac0f91015741c1"/>
    <p:sldId xmlns:r="http://schemas.openxmlformats.org/officeDocument/2006/relationships" id="272" r:id="R5ba281cb1647462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54b771693844d1b" /><Relationship Type="http://schemas.openxmlformats.org/officeDocument/2006/relationships/slideMaster" Target="/ppt/slideMasters/slideMaster1.xml" Id="R69929c957f70499f" /><Relationship Type="http://schemas.openxmlformats.org/officeDocument/2006/relationships/notesMaster" Target="/ppt/notesMasters/notesMaster1.xml" Id="R71937ce2bd584f60" /><Relationship Type="http://schemas.openxmlformats.org/officeDocument/2006/relationships/presProps" Target="/ppt/presProps.xml" Id="R0c63fb7a448045ba" /><Relationship Type="http://schemas.openxmlformats.org/officeDocument/2006/relationships/tableStyles" Target="/ppt/tableStyles.xml" Id="R7c410a09b1b445fd" /><Relationship Type="http://schemas.openxmlformats.org/officeDocument/2006/relationships/slide" Target="/ppt/slides/slide1.xml" Id="Rc4d60d2613f842c9" /><Relationship Type="http://schemas.openxmlformats.org/officeDocument/2006/relationships/slide" Target="/ppt/slides/slide2.xml" Id="Re9cb06094061456b" /><Relationship Type="http://schemas.openxmlformats.org/officeDocument/2006/relationships/slide" Target="/ppt/slides/slide3.xml" Id="Rd2344305dca44b91" /><Relationship Type="http://schemas.openxmlformats.org/officeDocument/2006/relationships/slide" Target="/ppt/slides/slide4.xml" Id="Rceca9c07e2db424f" /><Relationship Type="http://schemas.openxmlformats.org/officeDocument/2006/relationships/slide" Target="/ppt/slides/slide5.xml" Id="Rf498130d98f14137" /><Relationship Type="http://schemas.openxmlformats.org/officeDocument/2006/relationships/slide" Target="/ppt/slides/slide6.xml" Id="Rc0017e757590434b" /><Relationship Type="http://schemas.openxmlformats.org/officeDocument/2006/relationships/slide" Target="/ppt/slides/slide7.xml" Id="R001614afcc8f4952" /><Relationship Type="http://schemas.openxmlformats.org/officeDocument/2006/relationships/slide" Target="/ppt/slides/slide8.xml" Id="R910d3329307f4bc5" /><Relationship Type="http://schemas.openxmlformats.org/officeDocument/2006/relationships/slide" Target="/ppt/slides/slide9.xml" Id="R903a80ebda1e4899" /><Relationship Type="http://schemas.openxmlformats.org/officeDocument/2006/relationships/slide" Target="/ppt/slides/slide10.xml" Id="R26528624a0a24637" /><Relationship Type="http://schemas.openxmlformats.org/officeDocument/2006/relationships/slide" Target="/ppt/slides/slide11.xml" Id="R3035dcc44dd8404b" /><Relationship Type="http://schemas.openxmlformats.org/officeDocument/2006/relationships/slide" Target="/ppt/slides/slide12.xml" Id="Re0b54b7a75ec4e86" /><Relationship Type="http://schemas.openxmlformats.org/officeDocument/2006/relationships/slide" Target="/ppt/slides/slide13.xml" Id="R1ab07a98e487400f" /><Relationship Type="http://schemas.openxmlformats.org/officeDocument/2006/relationships/slide" Target="/ppt/slides/slide14.xml" Id="Rae309063fa2f4763" /><Relationship Type="http://schemas.openxmlformats.org/officeDocument/2006/relationships/slide" Target="/ppt/slides/slide15.xml" Id="R61a844193a7a4f68" /><Relationship Type="http://schemas.openxmlformats.org/officeDocument/2006/relationships/slide" Target="/ppt/slides/slide16.xml" Id="R94ac0f91015741c1" /><Relationship Type="http://schemas.openxmlformats.org/officeDocument/2006/relationships/slide" Target="/ppt/slides/slide17.xml" Id="R5ba281cb1647462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9fa01c766c4477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f2645b9e7644b04" /><Relationship Type="http://schemas.openxmlformats.org/officeDocument/2006/relationships/notesMaster" Target="/ppt/notesMasters/notesMaster1.xml" Id="Rdca2b3569160425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baaa578cdd44be" /><Relationship Type="http://schemas.openxmlformats.org/officeDocument/2006/relationships/notesMaster" Target="/ppt/notesMasters/notesMaster1.xml" Id="R67eebe12af3f449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4da3820688c465f" /><Relationship Type="http://schemas.openxmlformats.org/officeDocument/2006/relationships/notesMaster" Target="/ppt/notesMasters/notesMaster1.xml" Id="R991a4756380744d5" /></Relationships>
</file>

<file path=ppt/notesSlides/_rels/notesSlide4.xml.rels>&#65279;<?xml version="1.0" encoding="utf-8"?><Relationships xmlns="http://schemas.openxmlformats.org/package/2006/relationships"><Relationship Type="http://schemas.openxmlformats.org/officeDocument/2006/relationships/slide" Target="/ppt/slides/slide4.xml" Id="Rf0870d5677184284" /><Relationship Type="http://schemas.openxmlformats.org/officeDocument/2006/relationships/notesMaster" Target="/ppt/notesMasters/notesMaster1.xml" Id="R52e4c93d160d45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9153ab71af46ca" /><Relationship Type="http://schemas.openxmlformats.org/officeDocument/2006/relationships/notesMaster" Target="/ppt/notesMasters/notesMaster1.xml" Id="R63511274554045d3" /></Relationships>
</file>

<file path=ppt/notesSlides/_rels/notesSlide6.xml.rels>&#65279;<?xml version="1.0" encoding="utf-8"?><Relationships xmlns="http://schemas.openxmlformats.org/package/2006/relationships"><Relationship Type="http://schemas.openxmlformats.org/officeDocument/2006/relationships/slide" Target="/ppt/slides/slide6.xml" Id="R13eb7280a7bb4921" /><Relationship Type="http://schemas.openxmlformats.org/officeDocument/2006/relationships/notesMaster" Target="/ppt/notesMasters/notesMaster1.xml" Id="R60db478baa3a4f76" /></Relationships>
</file>

<file path=ppt/notesSlides/_rels/notesSlide7.xml.rels>&#65279;<?xml version="1.0" encoding="utf-8"?><Relationships xmlns="http://schemas.openxmlformats.org/package/2006/relationships"><Relationship Type="http://schemas.openxmlformats.org/officeDocument/2006/relationships/slide" Target="/ppt/slides/slide7.xml" Id="R9c3199a7cc1340c8" /><Relationship Type="http://schemas.openxmlformats.org/officeDocument/2006/relationships/notesMaster" Target="/ppt/notesMasters/notesMaster1.xml" Id="Rcdff95e8d3844ef7" /></Relationships>
</file>

<file path=ppt/notesSlides/_rels/notesSlide8.xml.rels>&#65279;<?xml version="1.0" encoding="utf-8"?><Relationships xmlns="http://schemas.openxmlformats.org/package/2006/relationships"><Relationship Type="http://schemas.openxmlformats.org/officeDocument/2006/relationships/slide" Target="/ppt/slides/slide8.xml" Id="R881dd846e9944b97" /><Relationship Type="http://schemas.openxmlformats.org/officeDocument/2006/relationships/notesMaster" Target="/ppt/notesMasters/notesMaster1.xml" Id="R012499c3fdfe46e3" /></Relationships>
</file>

<file path=ppt/notesSlides/_rels/notesSlide9.xml.rels>&#65279;<?xml version="1.0" encoding="utf-8"?><Relationships xmlns="http://schemas.openxmlformats.org/package/2006/relationships"><Relationship Type="http://schemas.openxmlformats.org/officeDocument/2006/relationships/slide" Target="/ppt/slides/slide9.xml" Id="R349e73a8ce3e4f1e" /><Relationship Type="http://schemas.openxmlformats.org/officeDocument/2006/relationships/notesMaster" Target="/ppt/notesMasters/notesMaster1.xml" Id="R46c238558ac8416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45a828e07054d6e" /><Relationship Type="http://schemas.openxmlformats.org/officeDocument/2006/relationships/notesMaster" Target="/ppt/notesMasters/notesMaster1.xml" Id="R18ba3dcd3a58424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2594826bbd44b5d" /><Relationship Type="http://schemas.openxmlformats.org/officeDocument/2006/relationships/notesMaster" Target="/ppt/notesMasters/notesMaster1.xml" Id="R10c78f1480a44b5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de822eb22ea4d26" /><Relationship Type="http://schemas.openxmlformats.org/officeDocument/2006/relationships/notesMaster" Target="/ppt/notesMasters/notesMaster1.xml" Id="Ra3399a5846714df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220f0369e67479e" /><Relationship Type="http://schemas.openxmlformats.org/officeDocument/2006/relationships/notesMaster" Target="/ppt/notesMasters/notesMaster1.xml" Id="Ra737b7a75032478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7de26b55bae422d" /><Relationship Type="http://schemas.openxmlformats.org/officeDocument/2006/relationships/notesMaster" Target="/ppt/notesMasters/notesMaster1.xml" Id="Rbf5d3759ccab403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94d3bf4c0664e04" /><Relationship Type="http://schemas.openxmlformats.org/officeDocument/2006/relationships/notesMaster" Target="/ppt/notesMasters/notesMaster1.xml" Id="R4c45de0243dc47b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791d3ab67c04379" /><Relationship Type="http://schemas.openxmlformats.org/officeDocument/2006/relationships/notesMaster" Target="/ppt/notesMasters/notesMaster1.xml" Id="R48f4f4f3a13c4c3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9b0009fbfd04f92" /><Relationship Type="http://schemas.openxmlformats.org/officeDocument/2006/relationships/notesMaster" Target="/ppt/notesMasters/notesMaster1.xml" Id="R574332feda1c428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 — Live Diabetes Quiz voor organisatoren</a:t>
            </a:r>
          </a:p>
          <a:p xmlns:a="http://schemas.openxmlformats.org/drawingml/2006/main">
            <a:r>
              <a:t/>
            </a:r>
          </a:p>
          <a:p xmlns:a="http://schemas.openxmlformats.org/drawingml/2006/main">
            <a:r>
              <a:t>DUUR: 25 SECONDEN</a:t>
            </a:r>
          </a:p>
          <a:p xmlns:a="http://schemas.openxmlformats.org/drawingml/2006/main">
            <a:r>
              <a:t/>
            </a:r>
          </a:p>
          <a:p xmlns:a="http://schemas.openxmlformats.org/drawingml/2006/main">
            <a:r>
              <a:t>VOICE-OVER:</a:t>
            </a:r>
          </a:p>
          <a:p xmlns:a="http://schemas.openxmlformats.org/drawingml/2006/main">
            <a:r>
              <a:t>Welkom bij de volledige organisatorhandleiding van de Live Diabetes Quiz. We volgen rustig de hele zaalactiviteit: de technische voorbereiding, het maken van een sessie, het voorbereiden en uitdelen van de deelnemersbriefjes, het begeleiden van de quiz en de eindanalyse. U ziet steeds de echte schermen die u later zelf gebruikt.</a:t>
            </a:r>
          </a:p>
          <a:p xmlns:a="http://schemas.openxmlformats.org/drawingml/2006/main">
            <a:r>
              <a:t/>
            </a:r>
          </a:p>
          <a:p xmlns:a="http://schemas.openxmlformats.org/drawingml/2006/main">
            <a:r>
              <a:t>CANVA-AANWIJZING:</a:t>
            </a:r>
          </a:p>
          <a:p xmlns:a="http://schemas.openxmlformats.org/drawingml/2006/main">
            <a:r>
              <a:t>Laat eerst het logo verschijnen. Daarna komen titel en ondertitel rustig in beeld.</a:t>
            </a:r>
          </a:p>
          <a:p xmlns:a="http://schemas.openxmlformats.org/drawingml/2006/main">
            <a:r>
              <a:t/>
            </a:r>
          </a:p>
          <a:p xmlns:a="http://schemas.openxmlformats.org/drawingml/2006/main">
            <a:r>
              <a:t>[Sources]</a:t>
            </a:r>
          </a:p>
          <a:p xmlns:a="http://schemas.openxmlformats.org/drawingml/2006/main">
            <a:r>
              <a:t>- Eigen projectafbeelding: C:/Users/fredd/Documents/Live quiz/docs/assets/logo-diabetes-liga-midden-limburg.png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2 — Drie schermen met elk een eigen taak</a:t>
            </a:r>
          </a:p>
          <a:p xmlns:a="http://schemas.openxmlformats.org/drawingml/2006/main">
            <a:r>
              <a:t/>
            </a:r>
          </a:p>
          <a:p xmlns:a="http://schemas.openxmlformats.org/drawingml/2006/main">
            <a:r>
              <a:t>DUUR: 35 SECONDEN</a:t>
            </a:r>
          </a:p>
          <a:p xmlns:a="http://schemas.openxmlformats.org/drawingml/2006/main">
            <a:r>
              <a:t/>
            </a:r>
          </a:p>
          <a:p xmlns:a="http://schemas.openxmlformats.org/drawingml/2006/main">
            <a:r>
              <a:t>VOICE-OVER:</a:t>
            </a:r>
          </a:p>
          <a:p xmlns:a="http://schemas.openxmlformats.org/drawingml/2006/main">
            <a:r>
              <a:t>De quiz gebruikt drie schermen. De quizmaster bedient alles op de laptop. Iedere deelnemer antwoordt anoniem op de eigen gsm. Het grote zaalscherm toont dezelfde vraag en antwoordmogelijkheden, maar nooit de geheime bediening. Onderaan ziet iedereen hoeveel deelnemers verbonden zijn en hoeveel antwoorden binnen zijn. Bij dertig verbonden deelnemers en dertig ontvangen antwoorden weet de quizmaster dat iedereen klaar is.</a:t>
            </a:r>
          </a:p>
          <a:p xmlns:a="http://schemas.openxmlformats.org/drawingml/2006/main">
            <a:r>
              <a:t/>
            </a:r>
          </a:p>
          <a:p xmlns:a="http://schemas.openxmlformats.org/drawingml/2006/main">
            <a:r>
              <a:t>CANVA-AANWIJZING:</a:t>
            </a:r>
          </a:p>
          <a:p xmlns:a="http://schemas.openxmlformats.org/drawingml/2006/main">
            <a:r>
              <a:t>Toon de drie taken één voor één en zoom daarna in op de twee tellers van het zaalscherm.</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quiz/docs/assets/handleiding/zaalscherm-vraag.jpg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3 — Controleer de zaal vóór het publiek binnenkomt</a:t>
            </a:r>
          </a:p>
          <a:p xmlns:a="http://schemas.openxmlformats.org/drawingml/2006/main">
            <a:r>
              <a:t/>
            </a:r>
          </a:p>
          <a:p xmlns:a="http://schemas.openxmlformats.org/drawingml/2006/main">
            <a:r>
              <a:t>DUUR: 40 SECONDEN</a:t>
            </a:r>
          </a:p>
          <a:p xmlns:a="http://schemas.openxmlformats.org/drawingml/2006/main">
            <a:r>
              <a:t/>
            </a:r>
          </a:p>
          <a:p xmlns:a="http://schemas.openxmlformats.org/drawingml/2006/main">
            <a:r>
              <a:t>VOICE-OVER:</a:t>
            </a:r>
          </a:p>
          <a:p xmlns:a="http://schemas.openxmlformats.org/drawingml/2006/main">
            <a:r>
              <a:t>Voorzie een laptop met oplader en internet, een beamer of groot televisiescherm en de juiste kabels. Vraag vooraf de naam en het wachtwoord van de gastenwifi als u die wilt aanbieden. Maak ook één korte testsessie met uw eigen gsm. Controleer of het zaalscherm goed leesbaar is, of antwoorden aankomen en of de printer werkt. Leg voldoende papier en enkele reservebriefjes klaar. Deze proef voorkomt tijdsdruk wanneer de deelnemers binnenkomen.</a:t>
            </a:r>
          </a:p>
          <a:p xmlns:a="http://schemas.openxmlformats.org/drawingml/2006/main">
            <a:r>
              <a:t/>
            </a:r>
          </a:p>
          <a:p xmlns:a="http://schemas.openxmlformats.org/drawingml/2006/main">
            <a:r>
              <a:t>CANVA-AANWIJZING:</a:t>
            </a:r>
          </a:p>
          <a:p xmlns:a="http://schemas.openxmlformats.org/drawingml/2006/main">
            <a:r>
              <a:t>Laat de controlepunten achtereenvolgens verschijnen en eindig bij “één proef met eigen gsm”.</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quiz/docs/assets/handleiding/quizmaster-voorbereiden.jpg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4 — Kies het aantal vragen en maak de sessie</a:t>
            </a:r>
          </a:p>
          <a:p xmlns:a="http://schemas.openxmlformats.org/drawingml/2006/main">
            <a:r>
              <a:t/>
            </a:r>
          </a:p>
          <a:p xmlns:a="http://schemas.openxmlformats.org/drawingml/2006/main">
            <a:r>
              <a:t>DUUR: 30 SECONDEN</a:t>
            </a:r>
          </a:p>
          <a:p xmlns:a="http://schemas.openxmlformats.org/drawingml/2006/main">
            <a:r>
              <a:t/>
            </a:r>
          </a:p>
          <a:p xmlns:a="http://schemas.openxmlformats.org/drawingml/2006/main">
            <a:r>
              <a:t>VOICE-OVER:</a:t>
            </a:r>
          </a:p>
          <a:p xmlns:a="http://schemas.openxmlformats.org/drawingml/2006/main">
            <a:r>
              <a:t>Open de startpagina en kies Nieuwe quiz starten. Selecteer daarna het aantal vragen. Vijf vragen is geschikt voor een demonstratie, tien is aanbevolen voor een gewone activiteit en twintig is het aanbevolen maximum. Klik op Nieuwe quizsessie maken. Op dat moment ontstaat de unieke driecijferige code die alle schermen en briefjes bij deze quiz samenbrengt.</a:t>
            </a:r>
          </a:p>
          <a:p xmlns:a="http://schemas.openxmlformats.org/drawingml/2006/main">
            <a:r>
              <a:t/>
            </a:r>
          </a:p>
          <a:p xmlns:a="http://schemas.openxmlformats.org/drawingml/2006/main">
            <a:r>
              <a:t>CANVA-AANWIJZING:</a:t>
            </a:r>
          </a:p>
          <a:p xmlns:a="http://schemas.openxmlformats.org/drawingml/2006/main">
            <a:r>
              <a:t>Markeer de keuzelijst, daarna de aanbevolen keuzes en ten slotte Nieuwe quizsessie maken.</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quiz/docs/assets/handleiding/quizmaster-voorbereiden.jpg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5 — De sessiecode bepaalt welke briefjes u nodig hebt</a:t>
            </a:r>
          </a:p>
          <a:p xmlns:a="http://schemas.openxmlformats.org/drawingml/2006/main">
            <a:r>
              <a:t/>
            </a:r>
          </a:p>
          <a:p xmlns:a="http://schemas.openxmlformats.org/drawingml/2006/main">
            <a:r>
              <a:t>DUUR: 35 SECONDEN</a:t>
            </a:r>
          </a:p>
          <a:p xmlns:a="http://schemas.openxmlformats.org/drawingml/2006/main">
            <a:r>
              <a:t/>
            </a:r>
          </a:p>
          <a:p xmlns:a="http://schemas.openxmlformats.org/drawingml/2006/main">
            <a:r>
              <a:t>VOICE-OVER:</a:t>
            </a:r>
          </a:p>
          <a:p xmlns:a="http://schemas.openxmlformats.org/drawingml/2006/main">
            <a:r>
              <a:t>Na het maken van de sessie verschijnt de quizcode. Open nu het grote zaalscherm en laat dat venster op de beamer zien. Kies daarna Deelnemersbriefjes afdrukken. Druk de definitieve briefjes pas af nadat deze sessie is gemaakt, want de juiste quizcode wordt automatisch op ieder briefje gezet. Zo komt niemand per ongeluk in een oude sessie terecht. De QR-code op de laptop is alleen een controlevoorbeeld.</a:t>
            </a:r>
          </a:p>
          <a:p xmlns:a="http://schemas.openxmlformats.org/drawingml/2006/main">
            <a:r>
              <a:t/>
            </a:r>
          </a:p>
          <a:p xmlns:a="http://schemas.openxmlformats.org/drawingml/2006/main">
            <a:r>
              <a:t>CANVA-AANWIJZING:</a:t>
            </a:r>
          </a:p>
          <a:p xmlns:a="http://schemas.openxmlformats.org/drawingml/2006/main">
            <a:r>
              <a:t>Laat eerst de code oplichten, vervolgens Open groot zaalscherm en daarna Deelnemersbriefjes afdrukken.</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quiz/docs/assets/handleiding/quizmaster-wachtkamer.jpg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6 — Bereid de briefjes stap voor stap voor</a:t>
            </a:r>
          </a:p>
          <a:p xmlns:a="http://schemas.openxmlformats.org/drawingml/2006/main">
            <a:r>
              <a:t/>
            </a:r>
          </a:p>
          <a:p xmlns:a="http://schemas.openxmlformats.org/drawingml/2006/main">
            <a:r>
              <a:t>DUUR: 45 SECONDEN</a:t>
            </a:r>
          </a:p>
          <a:p xmlns:a="http://schemas.openxmlformats.org/drawingml/2006/main">
            <a:r>
              <a:t/>
            </a:r>
          </a:p>
          <a:p xmlns:a="http://schemas.openxmlformats.org/drawingml/2006/main">
            <a:r>
              <a:t>VOICE-OVER:</a:t>
            </a:r>
          </a:p>
          <a:p xmlns:a="http://schemas.openxmlformats.org/drawingml/2006/main">
            <a:r>
              <a:t>Op de afdrukpagina ziet u bovenaan de voorbereiding. Wilt u de wifi van de zaal aanbieden, vul dan exact de wifinaam en het wachtwoord in. Het systeem maakt daarvan automatisch een wifi-QR-code. Gebruikt u alleen mobiele data, laat beide velden dan leeg. Controleer in het voorbeeld of de quizcode klopt en of de quizlink en QR-code zichtbaar zijn. Klik daarna op Nu afdrukken. Er verschijnen twee verticale deelnemersbriefjes op één A4.</a:t>
            </a:r>
          </a:p>
          <a:p xmlns:a="http://schemas.openxmlformats.org/drawingml/2006/main">
            <a:r>
              <a:t/>
            </a:r>
          </a:p>
          <a:p xmlns:a="http://schemas.openxmlformats.org/drawingml/2006/main">
            <a:r>
              <a:t>CANVA-AANWIJZING:</a:t>
            </a:r>
          </a:p>
          <a:p xmlns:a="http://schemas.openxmlformats.org/drawingml/2006/main">
            <a:r>
              <a:t>Zoom achtereenvolgens in op wifinaam, wachtwoord, quizcode, voorbeeldbriefje en Nu afdrukken.</a:t>
            </a:r>
          </a:p>
          <a:p xmlns:a="http://schemas.openxmlformats.org/drawingml/2006/main">
            <a:r>
              <a:t/>
            </a:r>
          </a:p>
          <a:p xmlns:a="http://schemas.openxmlformats.org/drawingml/2006/main">
            <a:r>
              <a:t>[Sources]</a:t>
            </a:r>
          </a:p>
          <a:p xmlns:a="http://schemas.openxmlformats.org/drawingml/2006/main">
            <a:r>
              <a:t>- Eigen projectafbeelding: C:/Users/fredd/Documents/Live quiz/video-handleiding/bronbeelden/briefjes-voorbereiden.png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7 — Controleer de afdruk vóór u alle exemplaren maakt</a:t>
            </a:r>
          </a:p>
          <a:p xmlns:a="http://schemas.openxmlformats.org/drawingml/2006/main">
            <a:r>
              <a:t/>
            </a:r>
          </a:p>
          <a:p xmlns:a="http://schemas.openxmlformats.org/drawingml/2006/main">
            <a:r>
              <a:t>DUUR: 40 SECONDEN</a:t>
            </a:r>
          </a:p>
          <a:p xmlns:a="http://schemas.openxmlformats.org/drawingml/2006/main">
            <a:r>
              <a:t/>
            </a:r>
          </a:p>
          <a:p xmlns:a="http://schemas.openxmlformats.org/drawingml/2006/main">
            <a:r>
              <a:t>VOICE-OVER:</a:t>
            </a:r>
          </a:p>
          <a:p xmlns:a="http://schemas.openxmlformats.org/drawingml/2006/main">
            <a:r>
              <a:t>Maak eerst één proefafdruk. Gebruik A4 in staande richting en laat de schaal op honderd procent of standaard staan. Controleer of beide QR-codes volledig scherp zijn en nergens worden afgesneden. Scan beide codes zelf met een gsm en vergelijk de drie cijfers met de quizcode op de laptop. Druk daarna voldoende A4-vellen af, snijd ieder vel in twee en maak enkele reservebriefjes voor onverwachte deelnemers of een beschadigd exemplaar.</a:t>
            </a:r>
          </a:p>
          <a:p xmlns:a="http://schemas.openxmlformats.org/drawingml/2006/main">
            <a:r>
              <a:t/>
            </a:r>
          </a:p>
          <a:p xmlns:a="http://schemas.openxmlformats.org/drawingml/2006/main">
            <a:r>
              <a:t>CANVA-AANWIJZING:</a:t>
            </a:r>
          </a:p>
          <a:p xmlns:a="http://schemas.openxmlformats.org/drawingml/2006/main">
            <a:r>
              <a:t>Toon een vinkje bij formaat, QR-codes, quizcode, proefscan en reservebriefjes.</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quiz/docs/assets/handleiding/deelnemersbriefje.jpg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8 — Waarom iedere deelnemer een papieren briefje krijgt</a:t>
            </a:r>
          </a:p>
          <a:p xmlns:a="http://schemas.openxmlformats.org/drawingml/2006/main">
            <a:r>
              <a:t/>
            </a:r>
          </a:p>
          <a:p xmlns:a="http://schemas.openxmlformats.org/drawingml/2006/main">
            <a:r>
              <a:t>DUUR: 40 SECONDEN</a:t>
            </a:r>
          </a:p>
          <a:p xmlns:a="http://schemas.openxmlformats.org/drawingml/2006/main">
            <a:r>
              <a:t/>
            </a:r>
          </a:p>
          <a:p xmlns:a="http://schemas.openxmlformats.org/drawingml/2006/main">
            <a:r>
              <a:t>VOICE-OVER:</a:t>
            </a:r>
          </a:p>
          <a:p xmlns:a="http://schemas.openxmlformats.org/drawingml/2006/main">
            <a:r>
              <a:t>Het briefje is bewust de vaste toegang tot de quiz. Oudere deelnemers hoeven geen QR-code op een ver zaalscherm te richten en niemand hoeft een lange uitleg te onthouden. Op papier staan de gemakkelijkste route én een reserveweg: eerst internet, daarna de quiz-QR-code, en bij problemen de link met de driecijferige code. Het briefje vermeldt ook dat deelname anoniem is en dat men een hand mag opsteken. Dat geeft rust en maakt persoonlijke hulp mogelijk.</a:t>
            </a:r>
          </a:p>
          <a:p xmlns:a="http://schemas.openxmlformats.org/drawingml/2006/main">
            <a:r>
              <a:t/>
            </a:r>
          </a:p>
          <a:p xmlns:a="http://schemas.openxmlformats.org/drawingml/2006/main">
            <a:r>
              <a:t>CANVA-AANWIJZING:</a:t>
            </a:r>
          </a:p>
          <a:p xmlns:a="http://schemas.openxmlformats.org/drawingml/2006/main">
            <a:r>
              <a:t>Laat de onderdelen internet, quiz-QR, link, code, anonimiteit en hulp na elkaar oplichten.</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quiz/docs/assets/handleiding/deelnemersbriefje.jpg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9 — Deel de briefjes uit vóór iedereen plaatsneemt</a:t>
            </a:r>
          </a:p>
          <a:p xmlns:a="http://schemas.openxmlformats.org/drawingml/2006/main">
            <a:r>
              <a:t/>
            </a:r>
          </a:p>
          <a:p xmlns:a="http://schemas.openxmlformats.org/drawingml/2006/main">
            <a:r>
              <a:t>DUUR: 35 SECONDEN</a:t>
            </a:r>
          </a:p>
          <a:p xmlns:a="http://schemas.openxmlformats.org/drawingml/2006/main">
            <a:r>
              <a:t/>
            </a:r>
          </a:p>
          <a:p xmlns:a="http://schemas.openxmlformats.org/drawingml/2006/main">
            <a:r>
              <a:t>VOICE-OVER:</a:t>
            </a:r>
          </a:p>
          <a:p xmlns:a="http://schemas.openxmlformats.org/drawingml/2006/main">
            <a:r>
              <a:t>Geef bij de ingang één briefje aan iedere deelnemer en vraag om het meteen bij de hand te houden. Zeg kort: zet eerst internet aan, scan daarna de quizcode en laat de geopende pagina staan. Laat één of twee begeleiders in de zaal rondlopen. Zij kunnen helpen zonder namen of antwoorden te vragen. Begin de quiz pas wanneer de teller met verbonden deelnemers overeenkomt met het aantal mensen dat wil meespelen.</a:t>
            </a:r>
          </a:p>
          <a:p xmlns:a="http://schemas.openxmlformats.org/drawingml/2006/main">
            <a:r>
              <a:t/>
            </a:r>
          </a:p>
          <a:p xmlns:a="http://schemas.openxmlformats.org/drawingml/2006/main">
            <a:r>
              <a:t>CANVA-AANWIJZING:</a:t>
            </a:r>
          </a:p>
          <a:p xmlns:a="http://schemas.openxmlformats.org/drawingml/2006/main">
            <a:r>
              <a:t>Toon één briefje per persoon, daarna de begeleider en eindig bij de teller verbonden deelnemers.</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quiz/docs/assets/handleiding/deelnemersbriefje.jpg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10 — Deelnemer stap één: zorg voor internet</a:t>
            </a:r>
          </a:p>
          <a:p xmlns:a="http://schemas.openxmlformats.org/drawingml/2006/main">
            <a:r>
              <a:t/>
            </a:r>
          </a:p>
          <a:p xmlns:a="http://schemas.openxmlformats.org/drawingml/2006/main">
            <a:r>
              <a:t>DUUR: 45 SECONDEN</a:t>
            </a:r>
          </a:p>
          <a:p xmlns:a="http://schemas.openxmlformats.org/drawingml/2006/main">
            <a:r>
              <a:t/>
            </a:r>
          </a:p>
          <a:p xmlns:a="http://schemas.openxmlformats.org/drawingml/2006/main">
            <a:r>
              <a:t>VOICE-OVER:</a:t>
            </a:r>
          </a:p>
          <a:p xmlns:a="http://schemas.openxmlformats.org/drawingml/2006/main">
            <a:r>
              <a:t>De gemakkelijkste keuze is meestal de eigen mobiele data van de deelnemer. Wie liever de zaalwifi gebruikt, scant eerst de wifi-QR-code met de gewone camera-app of een vertrouwde QR-app en tikt op Verbinden. Er hoeft geen foto gemaakt te worden. Lukt de QR-code niet, open dan Instellingen, kies Wifi, selecteer de naam van het briefje en typ het wachtwoord precies over. Test eventueel kort of een gewone website opent. Pas daarna wordt de quiz geopend.</a:t>
            </a:r>
          </a:p>
          <a:p xmlns:a="http://schemas.openxmlformats.org/drawingml/2006/main">
            <a:r>
              <a:t/>
            </a:r>
          </a:p>
          <a:p xmlns:a="http://schemas.openxmlformats.org/drawingml/2006/main">
            <a:r>
              <a:t>CANVA-AANWIJZING:</a:t>
            </a:r>
          </a:p>
          <a:p xmlns:a="http://schemas.openxmlformats.org/drawingml/2006/main">
            <a:r>
              <a:t>Volg op het briefje stap één: mobiele data, wifi-QR, Verbinden en de handmatige wifi-instellingen.</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quiz/docs/assets/handleiding/deelnemersbriefje.jpg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11 — Deelnemer stap twee: open de quiz</a:t>
            </a:r>
          </a:p>
          <a:p xmlns:a="http://schemas.openxmlformats.org/drawingml/2006/main">
            <a:r>
              <a:t/>
            </a:r>
          </a:p>
          <a:p xmlns:a="http://schemas.openxmlformats.org/drawingml/2006/main">
            <a:r>
              <a:t>DUUR: 45 SECONDEN</a:t>
            </a:r>
          </a:p>
          <a:p xmlns:a="http://schemas.openxmlformats.org/drawingml/2006/main">
            <a:r>
              <a:t/>
            </a:r>
          </a:p>
          <a:p xmlns:a="http://schemas.openxmlformats.org/drawingml/2006/main">
            <a:r>
              <a:t>VOICE-OVER:</a:t>
            </a:r>
          </a:p>
          <a:p xmlns:a="http://schemas.openxmlformats.org/drawingml/2006/main">
            <a:r>
              <a:t>Scan nu de tweede QR-code van het briefje en tik op de internetlink die in beeld verschijnt. De quizpagina opent en de code is normaal al ingevuld. Werkt scannen niet, open dan Chrome, Safari, Samsung Internet of de browser in de Google-app. Typ de link rechtstreeks in de adresbalk, niet in het zoekvak van Google, en vul daarna de drie cijfers van het briefje in. Een naam of e-mailadres wordt nooit gevraagd.</a:t>
            </a:r>
          </a:p>
          <a:p xmlns:a="http://schemas.openxmlformats.org/drawingml/2006/main">
            <a:r>
              <a:t/>
            </a:r>
          </a:p>
          <a:p xmlns:a="http://schemas.openxmlformats.org/drawingml/2006/main">
            <a:r>
              <a:t>CANVA-AANWIJZING:</a:t>
            </a:r>
          </a:p>
          <a:p xmlns:a="http://schemas.openxmlformats.org/drawingml/2006/main">
            <a:r>
              <a:t>Zoom in op de tweede QR-code, daarna op de geschreven link en ten slotte op de driecijferige code.</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quiz/docs/assets/handleiding/deelnemersbriefje.jpg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12 — In de wachtkamer hoeft de deelnemer niets meer te doen</a:t>
            </a:r>
          </a:p>
          <a:p xmlns:a="http://schemas.openxmlformats.org/drawingml/2006/main">
            <a:r>
              <a:t/>
            </a:r>
          </a:p>
          <a:p xmlns:a="http://schemas.openxmlformats.org/drawingml/2006/main">
            <a:r>
              <a:t>DUUR: 25 SECONDEN</a:t>
            </a:r>
          </a:p>
          <a:p xmlns:a="http://schemas.openxmlformats.org/drawingml/2006/main">
            <a:r>
              <a:t/>
            </a:r>
          </a:p>
          <a:p xmlns:a="http://schemas.openxmlformats.org/drawingml/2006/main">
            <a:r>
              <a:t>VOICE-OVER:</a:t>
            </a:r>
          </a:p>
          <a:p xmlns:a="http://schemas.openxmlformats.org/drawingml/2006/main">
            <a:r>
              <a:t>Na een geslaagde verbinding verschijnt de Wachtkamer met de melding U bent verbonden. Vraag de deelnemer om deze pagina open te laten. Vernieuwen, opnieuw scannen of opnieuw aanmelden is niet nodig. Zodra de quizmaster start, verschijnt de eerste vraag automatisch op de gsm en op het grote zaalscherm.</a:t>
            </a:r>
          </a:p>
          <a:p xmlns:a="http://schemas.openxmlformats.org/drawingml/2006/main">
            <a:r>
              <a:t/>
            </a:r>
          </a:p>
          <a:p xmlns:a="http://schemas.openxmlformats.org/drawingml/2006/main">
            <a:r>
              <a:t>CANVA-AANWIJZING:</a:t>
            </a:r>
          </a:p>
          <a:p xmlns:a="http://schemas.openxmlformats.org/drawingml/2006/main">
            <a:r>
              <a:t>Zoom in op U bent verbonden en daarna op Laat deze pagina open.</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quiz/docs/assets/handleiding/deelnemer-wachtkamer.jpg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13 — Iedere deelnemer kiest één antwoord</a:t>
            </a:r>
          </a:p>
          <a:p xmlns:a="http://schemas.openxmlformats.org/drawingml/2006/main">
            <a:r>
              <a:t/>
            </a:r>
          </a:p>
          <a:p xmlns:a="http://schemas.openxmlformats.org/drawingml/2006/main">
            <a:r>
              <a:t>DUUR: 30 SECONDEN</a:t>
            </a:r>
          </a:p>
          <a:p xmlns:a="http://schemas.openxmlformats.org/drawingml/2006/main">
            <a:r>
              <a:t/>
            </a:r>
          </a:p>
          <a:p xmlns:a="http://schemas.openxmlformats.org/drawingml/2006/main">
            <a:r>
              <a:t>VOICE-OVER:</a:t>
            </a:r>
          </a:p>
          <a:p xmlns:a="http://schemas.openxmlformats.org/drawingml/2006/main">
            <a:r>
              <a:t>Op de gsm verschijnt één vraag met vier grote antwoordknoppen. Denkt iemand bijvoorbeeld dat B juist is, dan tikt die persoon één keer op B. Het antwoord wordt onmiddellijk en anoniem bewaard en er verschijnt een bevestiging. Per vraag wordt maar één antwoord aanvaard. Daardoor kan teruggaan of dubbel tikken de eerder bewaarde keuze niet veranderen.</a:t>
            </a:r>
          </a:p>
          <a:p xmlns:a="http://schemas.openxmlformats.org/drawingml/2006/main">
            <a:r>
              <a:t/>
            </a:r>
          </a:p>
          <a:p xmlns:a="http://schemas.openxmlformats.org/drawingml/2006/main">
            <a:r>
              <a:t>CANVA-AANWIJZING:</a:t>
            </a:r>
          </a:p>
          <a:p xmlns:a="http://schemas.openxmlformats.org/drawingml/2006/main">
            <a:r>
              <a:t>Laat de vraag verschijnen, markeer voorbeeldknop B en toon daarna de bevestiging.</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quiz/docs/assets/handleiding/deelnemer-vraag.jpg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14 — De quizmaster gebruikt de antwoordtellers</a:t>
            </a:r>
          </a:p>
          <a:p xmlns:a="http://schemas.openxmlformats.org/drawingml/2006/main">
            <a:r>
              <a:t/>
            </a:r>
          </a:p>
          <a:p xmlns:a="http://schemas.openxmlformats.org/drawingml/2006/main">
            <a:r>
              <a:t>DUUR: 40 SECONDEN</a:t>
            </a:r>
          </a:p>
          <a:p xmlns:a="http://schemas.openxmlformats.org/drawingml/2006/main">
            <a:r>
              <a:t/>
            </a:r>
          </a:p>
          <a:p xmlns:a="http://schemas.openxmlformats.org/drawingml/2006/main">
            <a:r>
              <a:t>VOICE-OVER:</a:t>
            </a:r>
          </a:p>
          <a:p xmlns:a="http://schemas.openxmlformats.org/drawingml/2006/main">
            <a:r>
              <a:t>Op de laptop ziet de quizmaster dezelfde vraag met extra bediening. Kijk eerst naar het aantal verbonden deelnemers en daarna naar het aantal ontvangen antwoorden. Zijn er dertig deelnemers verbonden maar pas achtentwintig antwoorden binnen, wacht dan nog even en vraag of iemand hulp nodig heeft. Bij dertig antwoorden is iedereen klaar. Sluit dan de antwoorden en toon pas daarna bewust het juiste antwoord aan de zaal.</a:t>
            </a:r>
          </a:p>
          <a:p xmlns:a="http://schemas.openxmlformats.org/drawingml/2006/main">
            <a:r>
              <a:t/>
            </a:r>
          </a:p>
          <a:p xmlns:a="http://schemas.openxmlformats.org/drawingml/2006/main">
            <a:r>
              <a:t>CANVA-AANWIJZING:</a:t>
            </a:r>
          </a:p>
          <a:p xmlns:a="http://schemas.openxmlformats.org/drawingml/2006/main">
            <a:r>
              <a:t>Markeer de twee tellers, daarna Sluit antwoorden en ten slotte Toon juiste antwoord.</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quiz/docs/assets/handleiding/quizmaster-vraag-open.jpg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15 — Toon en bespreek de juiste oplossing</a:t>
            </a:r>
          </a:p>
          <a:p xmlns:a="http://schemas.openxmlformats.org/drawingml/2006/main">
            <a:r>
              <a:t/>
            </a:r>
          </a:p>
          <a:p xmlns:a="http://schemas.openxmlformats.org/drawingml/2006/main">
            <a:r>
              <a:t>DUUR: 35 SECONDEN</a:t>
            </a:r>
          </a:p>
          <a:p xmlns:a="http://schemas.openxmlformats.org/drawingml/2006/main">
            <a:r>
              <a:t/>
            </a:r>
          </a:p>
          <a:p xmlns:a="http://schemas.openxmlformats.org/drawingml/2006/main">
            <a:r>
              <a:t>VOICE-OVER:</a:t>
            </a:r>
          </a:p>
          <a:p xmlns:a="http://schemas.openxmlformats.org/drawingml/2006/main">
            <a:r>
              <a:t>Na Toon juiste antwoord ziet de zaal de oplossing en de verdeling over A, B, C en D. Bij dertig deelnemers kan bijvoorbeeld tweeëntwintig bij B, vijf bij A, twee bij C en één bij D staan. Geef een korte toelichting, beantwoord eventueel een vraag uit de zaal en kies daarna Volgende vraag.</a:t>
            </a:r>
          </a:p>
          <a:p xmlns:a="http://schemas.openxmlformats.org/drawingml/2006/main">
            <a:r>
              <a:t/>
            </a:r>
          </a:p>
          <a:p xmlns:a="http://schemas.openxmlformats.org/drawingml/2006/main">
            <a:r>
              <a:t>CANVA-AANWIJZING:</a:t>
            </a:r>
          </a:p>
          <a:p xmlns:a="http://schemas.openxmlformats.org/drawingml/2006/main">
            <a:r>
              <a:t>Laat de juiste oplossing oplichten, toon de verdeling en eindig bij Volgende vraag.</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quiz/docs/assets/handleiding/quizmaster-oplossing.jpg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16 — Persoonlijke score en gezamenlijke eindanalyse</a:t>
            </a:r>
          </a:p>
          <a:p xmlns:a="http://schemas.openxmlformats.org/drawingml/2006/main">
            <a:r>
              <a:t/>
            </a:r>
          </a:p>
          <a:p xmlns:a="http://schemas.openxmlformats.org/drawingml/2006/main">
            <a:r>
              <a:t>DUUR: 40 SECONDEN</a:t>
            </a:r>
          </a:p>
          <a:p xmlns:a="http://schemas.openxmlformats.org/drawingml/2006/main">
            <a:r>
              <a:t/>
            </a:r>
          </a:p>
          <a:p xmlns:a="http://schemas.openxmlformats.org/drawingml/2006/main">
            <a:r>
              <a:t>VOICE-OVER:</a:t>
            </a:r>
          </a:p>
          <a:p xmlns:a="http://schemas.openxmlformats.org/drawingml/2006/main">
            <a:r>
              <a:t>Na de laatste vraag ziet iedere deelnemer alleen op de eigen gsm de persoonlijke score en de eigen fout beantwoorde vragen. Er is geen rangschikking. Op het grote zaalscherm toont Eindanalyse de drie vragen die de groep het vaakst fout beantwoordde, telkens met het juiste antwoord. Gebruik dit als laatste leermoment. Persoonlijke scores, namen en e-mailadressen verschijnen nooit op het zaalscherm.</a:t>
            </a:r>
          </a:p>
          <a:p xmlns:a="http://schemas.openxmlformats.org/drawingml/2006/main">
            <a:r>
              <a:t/>
            </a:r>
          </a:p>
          <a:p xmlns:a="http://schemas.openxmlformats.org/drawingml/2006/main">
            <a:r>
              <a:t>CANVA-AANWIJZING:</a:t>
            </a:r>
          </a:p>
          <a:p xmlns:a="http://schemas.openxmlformats.org/drawingml/2006/main">
            <a:r>
              <a:t>Toon eerst de persoonlijke score op de gsm en daarna de gezamenlijke top drie op het zaalscherm.</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quiz/docs/assets/handleiding/deelnemer-resultaat.jpg</a:t>
            </a:r>
          </a:p>
          <a:p xmlns:a="http://schemas.openxmlformats.org/drawingml/2006/main">
            <a:r>
              <a:t>- Eigen projectafbeelding: C:/Users/fredd/Documents/Live quiz/docs/assets/handleiding/zaalscherm-eindanalyse.jpg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 17 — Opnieuw beginnen en de briefjes bewaren of vervangen</a:t>
            </a:r>
          </a:p>
          <a:p xmlns:a="http://schemas.openxmlformats.org/drawingml/2006/main">
            <a:r>
              <a:t/>
            </a:r>
          </a:p>
          <a:p xmlns:a="http://schemas.openxmlformats.org/drawingml/2006/main">
            <a:r>
              <a:t>DUUR: 40 SECONDEN</a:t>
            </a:r>
          </a:p>
          <a:p xmlns:a="http://schemas.openxmlformats.org/drawingml/2006/main">
            <a:r>
              <a:t/>
            </a:r>
          </a:p>
          <a:p xmlns:a="http://schemas.openxmlformats.org/drawingml/2006/main">
            <a:r>
              <a:t>VOICE-OVER:</a:t>
            </a:r>
          </a:p>
          <a:p xmlns:a="http://schemas.openxmlformats.org/drawingml/2006/main">
            <a:r>
              <a:t>De quizmaster kan na afloop de groepsanalyse bekijken of Nieuwe sessie voorbereiden kiezen. De gsm’s en het zaalscherm volgen automatisch wanneer dezelfde deelnemers aangesloten blijven. Maakt u later een volledig nieuwe activiteit met een nieuwe code, druk dan ook nieuwe briefjes af. Bewaar voor de organisator altijd enkele blanco A4-vellen, de zaalgegevens en deze handleiding. Oefen vóór de eerste echte zaalquiz eenmaal met vijf vragen en enkele bestuursleden.</a:t>
            </a:r>
          </a:p>
          <a:p xmlns:a="http://schemas.openxmlformats.org/drawingml/2006/main">
            <a:r>
              <a:t/>
            </a:r>
          </a:p>
          <a:p xmlns:a="http://schemas.openxmlformats.org/drawingml/2006/main">
            <a:r>
              <a:t>CANVA-AANWIJZING:</a:t>
            </a:r>
          </a:p>
          <a:p xmlns:a="http://schemas.openxmlformats.org/drawingml/2006/main">
            <a:r>
              <a:t>Toon Nieuwe sessie voorbereiden, daarna nieuwe briefjes en eindig met de korte oefensessie.</a:t>
            </a:r>
          </a:p>
          <a:p xmlns:a="http://schemas.openxmlformats.org/drawingml/2006/main">
            <a:r>
              <a:t/>
            </a:r>
          </a:p>
          <a:p xmlns:a="http://schemas.openxmlformats.org/drawingml/2006/main">
            <a:r>
              <a:t>[Sources]</a:t>
            </a:r>
          </a:p>
          <a:p xmlns:a="http://schemas.openxmlformats.org/drawingml/2006/main">
            <a:r>
              <a:t>- Eigen projectafbeelding: C:/Users/fredd/Documents/Live quiz/docs/assets/handleiding/quizmaster-eindanalyse.jpg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feff2b869b4480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7bda85d45e946cd" /><Relationship Type="http://schemas.openxmlformats.org/officeDocument/2006/relationships/slideLayout" Target="/ppt/slideLayouts/slideLayout1.xml" Id="R39250f34171f488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9250f34171f488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0026ace7309413d" /><Relationship Type="http://schemas.openxmlformats.org/officeDocument/2006/relationships/image" Target="/ppt/media/image.png" Id="R0c2126e122104e83" /><Relationship Type="http://schemas.openxmlformats.org/officeDocument/2006/relationships/notesSlide" Target="/ppt/notesSlides/notesSlide1.xml" Id="R87400dec053a47e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542b1d53b3447a1" /><Relationship Type="http://schemas.openxmlformats.org/officeDocument/2006/relationships/image" Target="/ppt/media/image.jpeg" Id="R38dc7643424d44e7" /><Relationship Type="http://schemas.openxmlformats.org/officeDocument/2006/relationships/notesSlide" Target="/ppt/notesSlides/notesSlide2.xml" Id="Rad84cdf02b6b4f7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5b55c43250f4800" /><Relationship Type="http://schemas.openxmlformats.org/officeDocument/2006/relationships/image" Target="/ppt/media/image2.jpeg" Id="R5dd568887e484cc7" /><Relationship Type="http://schemas.openxmlformats.org/officeDocument/2006/relationships/notesSlide" Target="/ppt/notesSlides/notesSlide3.xml" Id="R31fd33874c9d475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eb236cf83e8496f" /><Relationship Type="http://schemas.openxmlformats.org/officeDocument/2006/relationships/image" Target="/ppt/media/image3.jpeg" Id="R205baa6ffdde4c9c" /><Relationship Type="http://schemas.openxmlformats.org/officeDocument/2006/relationships/notesSlide" Target="/ppt/notesSlides/notesSlide4.xml" Id="R4f29f7d0a5a949e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f05e94faba34e95" /><Relationship Type="http://schemas.openxmlformats.org/officeDocument/2006/relationships/image" Target="/ppt/media/image4.jpeg" Id="Rd62c190b32804d72" /><Relationship Type="http://schemas.openxmlformats.org/officeDocument/2006/relationships/notesSlide" Target="/ppt/notesSlides/notesSlide5.xml" Id="R71d4c78116d6407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308e2e923744b4c" /><Relationship Type="http://schemas.openxmlformats.org/officeDocument/2006/relationships/image" Target="/ppt/media/image5.jpeg" Id="Rc419093362d84030" /><Relationship Type="http://schemas.openxmlformats.org/officeDocument/2006/relationships/notesSlide" Target="/ppt/notesSlides/notesSlide6.xml" Id="R5bfad808327748e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86004f3ae2d41a2" /><Relationship Type="http://schemas.openxmlformats.org/officeDocument/2006/relationships/image" Target="/ppt/media/image6.jpeg" Id="Rb4ab1e9ef4294ca4" /><Relationship Type="http://schemas.openxmlformats.org/officeDocument/2006/relationships/notesSlide" Target="/ppt/notesSlides/notesSlide7.xml" Id="Rafe2c739c16e4b9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271c71ae62746ba" /><Relationship Type="http://schemas.openxmlformats.org/officeDocument/2006/relationships/image" Target="/ppt/media/image7.jpeg" Id="Rcb993cece3e14477" /><Relationship Type="http://schemas.openxmlformats.org/officeDocument/2006/relationships/notesSlide" Target="/ppt/notesSlides/notesSlide8.xml" Id="R8d88db5d90fd417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f00a2d84fe34f2f" /><Relationship Type="http://schemas.openxmlformats.org/officeDocument/2006/relationships/image" Target="/ppt/media/image8.jpeg" Id="R2c88684e9e7147b2" /><Relationship Type="http://schemas.openxmlformats.org/officeDocument/2006/relationships/notesSlide" Target="/ppt/notesSlides/notesSlide9.xml" Id="Rd1ba37b355ad403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04b5cc917a648cb" /><Relationship Type="http://schemas.openxmlformats.org/officeDocument/2006/relationships/image" Target="/ppt/media/image9.jpeg" Id="R3b0275d942df42e2" /><Relationship Type="http://schemas.openxmlformats.org/officeDocument/2006/relationships/notesSlide" Target="/ppt/notesSlides/notesSlide10.xml" Id="R29db6d8475904b6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4dda0d9cc0a4be4" /><Relationship Type="http://schemas.openxmlformats.org/officeDocument/2006/relationships/image" Target="/ppt/media/image10.jpeg" Id="Rb5518dc812194a45" /><Relationship Type="http://schemas.openxmlformats.org/officeDocument/2006/relationships/notesSlide" Target="/ppt/notesSlides/notesSlide11.xml" Id="R1d8ef25e70d14b2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4d9e3fa599546ca" /><Relationship Type="http://schemas.openxmlformats.org/officeDocument/2006/relationships/image" Target="/ppt/media/image11.jpeg" Id="R6c0f7d2c242e4e9d" /><Relationship Type="http://schemas.openxmlformats.org/officeDocument/2006/relationships/notesSlide" Target="/ppt/notesSlides/notesSlide12.xml" Id="R1da164e77ef1479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b24c617205c4b4e" /><Relationship Type="http://schemas.openxmlformats.org/officeDocument/2006/relationships/image" Target="/ppt/media/image12.jpeg" Id="Rb3b437824a28455e" /><Relationship Type="http://schemas.openxmlformats.org/officeDocument/2006/relationships/notesSlide" Target="/ppt/notesSlides/notesSlide13.xml" Id="Rb7d2b35065fd4d9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92873b8447345a8" /><Relationship Type="http://schemas.openxmlformats.org/officeDocument/2006/relationships/image" Target="/ppt/media/image13.jpeg" Id="R3973bb51fddc44df" /><Relationship Type="http://schemas.openxmlformats.org/officeDocument/2006/relationships/notesSlide" Target="/ppt/notesSlides/notesSlide14.xml" Id="Rbfe012b4ad444c9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1e95940053743db" /><Relationship Type="http://schemas.openxmlformats.org/officeDocument/2006/relationships/image" Target="/ppt/media/image14.jpeg" Id="R15e9322fceec4adf" /><Relationship Type="http://schemas.openxmlformats.org/officeDocument/2006/relationships/notesSlide" Target="/ppt/notesSlides/notesSlide15.xml" Id="R4d94731d34024b6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673b739ebf5401e" /><Relationship Type="http://schemas.openxmlformats.org/officeDocument/2006/relationships/image" Target="/ppt/media/image15.jpeg" Id="R8e7e2f315f174d85" /><Relationship Type="http://schemas.openxmlformats.org/officeDocument/2006/relationships/image" Target="/ppt/media/image16.jpeg" Id="R8ef725a296024c68" /><Relationship Type="http://schemas.openxmlformats.org/officeDocument/2006/relationships/notesSlide" Target="/ppt/notesSlides/notesSlide16.xml" Id="Rc4daebe9dae5494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41b69daa17d4be0" /><Relationship Type="http://schemas.openxmlformats.org/officeDocument/2006/relationships/image" Target="/ppt/media/image17.jpeg" Id="R371a4407b5ff4ed2" /><Relationship Type="http://schemas.openxmlformats.org/officeDocument/2006/relationships/notesSlide" Target="/ppt/notesSlides/notesSlide17.xml" Id="R0102c08b87bb4535" /></Relationships>
</file>

<file path=ppt/slides/slide1.xml><?xml version="1.0" encoding="utf-8"?>
<p:sld xmlns:p="http://schemas.openxmlformats.org/presentationml/2006/main">
  <p:cSld>
    <p:bg>
      <p:bgPr>
        <a:solidFill xmlns:a="http://schemas.openxmlformats.org/drawingml/2006/main">
          <a:srgbClr val="075678"/>
        </a:solidFill>
      </p:bgPr>
    </p:bg>
    <p:spTree>
      <p:nvGrpSpPr>
        <p:cNvPr id="1" name=""/>
        <p:cNvGrpSpPr/>
        <p:nvPr/>
      </p:nvGrpSpPr>
      <p:grpSpPr>
        <a:xfrm xmlns:a="http://schemas.openxmlformats.org/drawingml/2006/main"/>
      </p:grpSpPr>
      <p:sp>
        <p:nvSpPr>
          <p:cNvPr id="10" name="title-accent">
            <a:extLst xmlns:a="http://schemas.openxmlformats.org/drawingml/2006/main">
              <a:ext uri="{FF2B5EF4-FFF2-40B4-BE49-F238E27FC236}">
                <a16:creationId xmlns:a16="http://schemas.microsoft.com/office/drawing/2014/main" id="{9356D2BB-276F-4BED-88E7-59688D344FD7}"/>
              </a:ext>
            </a:extLst>
          </p:cNvPr>
          <p:cNvSpPr>
            <a:spLocks xmlns:a="http://schemas.openxmlformats.org/drawingml/2006/main" noGrp="1"/>
          </p:cNvSpPr>
          <p:nvPr/>
        </p:nvSpPr>
        <p:spPr>
          <a:xfrm xmlns:a="http://schemas.openxmlformats.org/drawingml/2006/main">
            <a:off x="10572750" y="0"/>
            <a:ext cx="1619250" cy="685800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2" name="logo-surface">
            <a:extLst xmlns:a="http://schemas.openxmlformats.org/drawingml/2006/main">
              <a:ext uri="{FF2B5EF4-FFF2-40B4-BE49-F238E27FC236}">
                <a16:creationId xmlns:a16="http://schemas.microsoft.com/office/drawing/2014/main" id="{BF04C547-7866-4606-BADB-FC8A9D7143E7}"/>
              </a:ext>
            </a:extLst>
          </p:cNvPr>
          <p:cNvSpPr>
            <a:spLocks xmlns:a="http://schemas.openxmlformats.org/drawingml/2006/main" noGrp="1"/>
          </p:cNvSpPr>
          <p:nvPr/>
        </p:nvSpPr>
        <p:spPr>
          <a:xfrm xmlns:a="http://schemas.openxmlformats.org/drawingml/2006/main">
            <a:off x="685800" y="609600"/>
            <a:ext cx="10668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0">
            <a:no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0c2126e122104e83"/>
          <a:stretch xmlns:a="http://schemas.openxmlformats.org/drawingml/2006/main"/>
        </p:blipFill>
        <p:spPr>
          <a:xfrm xmlns:a="http://schemas.openxmlformats.org/drawingml/2006/main">
            <a:off x="819150" y="742950"/>
            <a:ext cx="800100" cy="800100"/>
          </a:xfrm>
          <a:prstGeom xmlns:a="http://schemas.openxmlformats.org/drawingml/2006/main" prst="rect">
            <a:avLst/>
          </a:prstGeom>
        </p:spPr>
      </p:pic>
      <p:sp>
        <p:nvSpPr>
          <p:cNvPr id="4" name="title-kicker">
            <a:extLst xmlns:a="http://schemas.openxmlformats.org/drawingml/2006/main">
              <a:ext uri="{FF2B5EF4-FFF2-40B4-BE49-F238E27FC236}">
                <a16:creationId xmlns:a16="http://schemas.microsoft.com/office/drawing/2014/main" id="{65C26E31-C094-4979-879A-C06CC3B70E3A}"/>
              </a:ext>
            </a:extLst>
          </p:cNvPr>
          <p:cNvSpPr>
            <a:spLocks xmlns:a="http://schemas.openxmlformats.org/drawingml/2006/main" noGrp="1"/>
          </p:cNvSpPr>
          <p:nvPr/>
        </p:nvSpPr>
        <p:spPr>
          <a:xfrm xmlns:a="http://schemas.openxmlformats.org/drawingml/2006/main">
            <a:off x="685800" y="2190750"/>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350" b="1">
                <a:solidFill>
                  <a:srgbClr val="BFE8F2"/>
                </a:solidFill>
              </a:defRPr>
            </a:pPr>
            <a:r>
              <a:rPr sz="1350" b="1">
                <a:solidFill>
                  <a:srgbClr val="BFE8F2"/>
                </a:solidFill>
              </a:rPr>
              <a:t>VIDEOHANDLEIDING VOOR ORGANISATOREN</a:t>
            </a:r>
          </a:p>
        </p:txBody>
      </p:sp>
      <p:sp>
        <p:nvSpPr>
          <p:cNvPr id="5" name="deck-title">
            <a:extLst xmlns:a="http://schemas.openxmlformats.org/drawingml/2006/main">
              <a:ext uri="{FF2B5EF4-FFF2-40B4-BE49-F238E27FC236}">
                <a16:creationId xmlns:a16="http://schemas.microsoft.com/office/drawing/2014/main" id="{EAEDB489-DC5D-4CF6-8865-A5791FF78240}"/>
              </a:ext>
            </a:extLst>
          </p:cNvPr>
          <p:cNvSpPr>
            <a:spLocks xmlns:a="http://schemas.openxmlformats.org/drawingml/2006/main" noGrp="1"/>
          </p:cNvSpPr>
          <p:nvPr/>
        </p:nvSpPr>
        <p:spPr>
          <a:xfrm xmlns:a="http://schemas.openxmlformats.org/drawingml/2006/main">
            <a:off x="685800" y="2647950"/>
            <a:ext cx="8572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4050" b="1">
                <a:solidFill>
                  <a:srgbClr val="FFFFFF"/>
                </a:solidFill>
              </a:defRPr>
            </a:pPr>
            <a:r>
              <a:rPr sz="4050" b="1">
                <a:solidFill>
                  <a:srgbClr val="FFFFFF"/>
                </a:solidFill>
              </a:rPr>
              <a:t>Live Diabetes Quiz</a:t>
            </a:r>
          </a:p>
        </p:txBody>
      </p:sp>
      <p:sp>
        <p:nvSpPr>
          <p:cNvPr id="6" name="deck-subtitle">
            <a:extLst xmlns:a="http://schemas.openxmlformats.org/drawingml/2006/main">
              <a:ext uri="{FF2B5EF4-FFF2-40B4-BE49-F238E27FC236}">
                <a16:creationId xmlns:a16="http://schemas.microsoft.com/office/drawing/2014/main" id="{491EEACE-916A-4776-8E24-281FF587071C}"/>
              </a:ext>
            </a:extLst>
          </p:cNvPr>
          <p:cNvSpPr>
            <a:spLocks xmlns:a="http://schemas.openxmlformats.org/drawingml/2006/main" noGrp="1"/>
          </p:cNvSpPr>
          <p:nvPr/>
        </p:nvSpPr>
        <p:spPr>
          <a:xfrm xmlns:a="http://schemas.openxmlformats.org/drawingml/2006/main">
            <a:off x="685800" y="3638550"/>
            <a:ext cx="885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950">
                <a:solidFill>
                  <a:srgbClr val="D9EEF4"/>
                </a:solidFill>
              </a:defRPr>
            </a:pPr>
            <a:r>
              <a:rPr sz="1950">
                <a:solidFill>
                  <a:srgbClr val="D9EEF4"/>
                </a:solidFill>
              </a:rPr>
              <a:t>Van zaalvoorbereiding en deelnemersbriefjes tot eindanalyse</a:t>
            </a:r>
          </a:p>
        </p:txBody>
      </p:sp>
      <p:sp>
        <p:nvSpPr>
          <p:cNvPr id="7" name="title-takeaway">
            <a:extLst xmlns:a="http://schemas.openxmlformats.org/drawingml/2006/main">
              <a:ext uri="{FF2B5EF4-FFF2-40B4-BE49-F238E27FC236}">
                <a16:creationId xmlns:a16="http://schemas.microsoft.com/office/drawing/2014/main" id="{D126F0ED-EC7D-42FE-88C9-DBD8EB1D24CE}"/>
              </a:ext>
            </a:extLst>
          </p:cNvPr>
          <p:cNvSpPr>
            <a:spLocks xmlns:a="http://schemas.openxmlformats.org/drawingml/2006/main" noGrp="1"/>
          </p:cNvSpPr>
          <p:nvPr/>
        </p:nvSpPr>
        <p:spPr>
          <a:xfrm xmlns:a="http://schemas.openxmlformats.org/drawingml/2006/main">
            <a:off x="685800" y="4953000"/>
            <a:ext cx="8953500" cy="838200"/>
          </a:xfrm>
          <a:prstGeom xmlns:a="http://schemas.openxmlformats.org/drawingml/2006/main" prst="roundRect">
            <a:avLst>
              <a:gd name="adj" fmla="val 9091"/>
            </a:avLst>
          </a:prstGeom>
          <a:solidFill xmlns:a="http://schemas.openxmlformats.org/drawingml/2006/main">
            <a:srgbClr val="0D6689"/>
          </a:solidFill>
          <a:ln xmlns:a="http://schemas.openxmlformats.org/drawingml/2006/main" w="9525">
            <a:solidFill>
              <a:srgbClr val="4AA8C1"/>
            </a:solidFill>
            <a:prstDash val="solid"/>
          </a:ln>
        </p:spPr>
      </p:sp>
      <p:sp>
        <p:nvSpPr>
          <p:cNvPr id="8" name="title-takeaway-text">
            <a:extLst xmlns:a="http://schemas.openxmlformats.org/drawingml/2006/main">
              <a:ext uri="{FF2B5EF4-FFF2-40B4-BE49-F238E27FC236}">
                <a16:creationId xmlns:a16="http://schemas.microsoft.com/office/drawing/2014/main" id="{F95E505A-56FB-4CB1-AB39-184B42476BDF}"/>
              </a:ext>
            </a:extLst>
          </p:cNvPr>
          <p:cNvSpPr>
            <a:spLocks xmlns:a="http://schemas.openxmlformats.org/drawingml/2006/main" noGrp="1"/>
          </p:cNvSpPr>
          <p:nvPr/>
        </p:nvSpPr>
        <p:spPr>
          <a:xfrm xmlns:a="http://schemas.openxmlformats.org/drawingml/2006/main">
            <a:off x="971550" y="5143500"/>
            <a:ext cx="8382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575" b="1">
                <a:solidFill>
                  <a:srgbClr val="FFFFFF"/>
                </a:solidFill>
              </a:defRPr>
            </a:pPr>
            <a:r>
              <a:rPr sz="1575" b="1">
                <a:solidFill>
                  <a:srgbClr val="FFFFFF"/>
                </a:solidFill>
              </a:rPr>
              <a:t>Begrijpen waarom elke stap nodig is — en precies weten hoe u ze uitvoert.</a:t>
            </a:r>
          </a:p>
        </p:txBody>
      </p:sp>
      <p:sp>
        <p:nvSpPr>
          <p:cNvPr id="9" name="organization">
            <a:extLst xmlns:a="http://schemas.openxmlformats.org/drawingml/2006/main">
              <a:ext uri="{FF2B5EF4-FFF2-40B4-BE49-F238E27FC236}">
                <a16:creationId xmlns:a16="http://schemas.microsoft.com/office/drawing/2014/main" id="{1F0C51CF-32F1-49C4-B137-D1B6DAF71992}"/>
              </a:ext>
            </a:extLst>
          </p:cNvPr>
          <p:cNvSpPr>
            <a:spLocks xmlns:a="http://schemas.openxmlformats.org/drawingml/2006/main" noGrp="1"/>
          </p:cNvSpPr>
          <p:nvPr/>
        </p:nvSpPr>
        <p:spPr>
          <a:xfrm xmlns:a="http://schemas.openxmlformats.org/drawingml/2006/main">
            <a:off x="685800" y="628650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050">
                <a:solidFill>
                  <a:srgbClr val="BFE8F2"/>
                </a:solidFill>
              </a:defRPr>
            </a:pPr>
            <a:r>
              <a:rPr sz="1050">
                <a:solidFill>
                  <a:srgbClr val="BFE8F2"/>
                </a:solidFill>
              </a:rPr>
              <a:t>Diabetes Liga Midden-Limburg</a:t>
            </a:r>
          </a:p>
        </p:txBody>
      </p:sp>
    </p:spTree>
    <p:extLst>
      <p:ext uri="{BB962C8B-B14F-4D97-AF65-F5344CB8AC3E}">
        <p14:creationId xmlns:p14="http://schemas.microsoft.com/office/powerpoint/2010/main" val="228363619"/>
      </p:ext>
    </p:extLst>
  </p:cSld>
</p:sld>
</file>

<file path=ppt/slides/slide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2">
            <a:extLst xmlns:a="http://schemas.openxmlformats.org/drawingml/2006/main">
              <a:ext uri="{FF2B5EF4-FFF2-40B4-BE49-F238E27FC236}">
                <a16:creationId xmlns:a16="http://schemas.microsoft.com/office/drawing/2014/main" id="{28B25F0A-A237-4485-813D-7C0B8AD9181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EERST HET TOTAALBEELD</a:t>
            </a:r>
          </a:p>
        </p:txBody>
      </p:sp>
      <p:sp>
        <p:nvSpPr>
          <p:cNvPr id="2" name="title-2">
            <a:extLst xmlns:a="http://schemas.openxmlformats.org/drawingml/2006/main">
              <a:ext uri="{FF2B5EF4-FFF2-40B4-BE49-F238E27FC236}">
                <a16:creationId xmlns:a16="http://schemas.microsoft.com/office/drawing/2014/main" id="{E6287B08-464C-406E-AAD9-585BD9510D49}"/>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Drie schermen met elk een eigen taak</a:t>
            </a:r>
          </a:p>
        </p:txBody>
      </p:sp>
      <p:sp>
        <p:nvSpPr>
          <p:cNvPr id="3" name="accent-2">
            <a:extLst xmlns:a="http://schemas.openxmlformats.org/drawingml/2006/main">
              <a:ext uri="{FF2B5EF4-FFF2-40B4-BE49-F238E27FC236}">
                <a16:creationId xmlns:a16="http://schemas.microsoft.com/office/drawing/2014/main" id="{9D14C59D-6ABC-4474-BC49-61D616FC522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2">
            <a:extLst xmlns:a="http://schemas.openxmlformats.org/drawingml/2006/main">
              <a:ext uri="{FF2B5EF4-FFF2-40B4-BE49-F238E27FC236}">
                <a16:creationId xmlns:a16="http://schemas.microsoft.com/office/drawing/2014/main" id="{3760388C-D9CA-4F39-912C-771F49B2FB14}"/>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De quizmaster bedient op de laptop</a:t>
            </a:r>
          </a:p>
          <a:p xmlns:a="http://schemas.openxmlformats.org/drawingml/2006/main">
            <a:pPr>
              <a:defRPr sz="1575">
                <a:solidFill>
                  <a:srgbClr val="17212D"/>
                </a:solidFill>
              </a:defRPr>
            </a:pPr>
            <a:r>
              <a:rPr sz="1575">
                <a:solidFill>
                  <a:srgbClr val="17212D"/>
                </a:solidFill>
              </a:rPr>
              <a:t>• De deelnemer antwoordt anoniem op de gsm</a:t>
            </a:r>
          </a:p>
          <a:p xmlns:a="http://schemas.openxmlformats.org/drawingml/2006/main">
            <a:pPr>
              <a:defRPr sz="1575">
                <a:solidFill>
                  <a:srgbClr val="17212D"/>
                </a:solidFill>
              </a:defRPr>
            </a:pPr>
            <a:r>
              <a:rPr sz="1575">
                <a:solidFill>
                  <a:srgbClr val="17212D"/>
                </a:solidFill>
              </a:rPr>
              <a:t>• De zaal volgt mee op het grote scherm</a:t>
            </a:r>
          </a:p>
        </p:txBody>
      </p:sp>
      <p:sp>
        <p:nvSpPr>
          <p:cNvPr id="5" name="takeaway-box-2">
            <a:extLst xmlns:a="http://schemas.openxmlformats.org/drawingml/2006/main">
              <a:ext uri="{FF2B5EF4-FFF2-40B4-BE49-F238E27FC236}">
                <a16:creationId xmlns:a16="http://schemas.microsoft.com/office/drawing/2014/main" id="{2C96831B-38CF-4D61-A4DD-1E4A006BBD16}"/>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2">
            <a:extLst xmlns:a="http://schemas.openxmlformats.org/drawingml/2006/main">
              <a:ext uri="{FF2B5EF4-FFF2-40B4-BE49-F238E27FC236}">
                <a16:creationId xmlns:a16="http://schemas.microsoft.com/office/drawing/2014/main" id="{F2870455-8A84-4D83-902B-265DCFB23084}"/>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2">
            <a:extLst xmlns:a="http://schemas.openxmlformats.org/drawingml/2006/main">
              <a:ext uri="{FF2B5EF4-FFF2-40B4-BE49-F238E27FC236}">
                <a16:creationId xmlns:a16="http://schemas.microsoft.com/office/drawing/2014/main" id="{3E69F9C3-B1CB-4E6E-9889-96031578D62B}"/>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De antwoordtellers vertellen wanneer iedereen klaar is.</a:t>
            </a:r>
          </a:p>
        </p:txBody>
      </p:sp>
      <p:sp>
        <p:nvSpPr>
          <p:cNvPr id="8" name="frame-zaalscherm-vraag.jpg">
            <a:extLst xmlns:a="http://schemas.openxmlformats.org/drawingml/2006/main">
              <a:ext uri="{FF2B5EF4-FFF2-40B4-BE49-F238E27FC236}">
                <a16:creationId xmlns:a16="http://schemas.microsoft.com/office/drawing/2014/main" id="{BA08ABD2-90E3-4019-B89A-E461A71924FA}"/>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8dc7643424d44e7"/>
          <a:stretch xmlns:a="http://schemas.openxmlformats.org/drawingml/2006/main"/>
        </p:blipFill>
        <p:spPr>
          <a:xfrm xmlns:a="http://schemas.openxmlformats.org/drawingml/2006/main">
            <a:off x="685800" y="1613297"/>
            <a:ext cx="6286500" cy="3536156"/>
          </a:xfrm>
          <a:prstGeom xmlns:a="http://schemas.openxmlformats.org/drawingml/2006/main" prst="roundRect">
            <a:avLst>
              <a:gd name="adj" fmla="val 2094"/>
            </a:avLst>
          </a:prstGeom>
        </p:spPr>
      </p:pic>
      <p:sp>
        <p:nvSpPr>
          <p:cNvPr id="10" name="image-caption-2">
            <a:extLst xmlns:a="http://schemas.openxmlformats.org/drawingml/2006/main">
              <a:ext uri="{FF2B5EF4-FFF2-40B4-BE49-F238E27FC236}">
                <a16:creationId xmlns:a16="http://schemas.microsoft.com/office/drawing/2014/main" id="{BD80AAC6-A017-430B-B216-37119BCABD69}"/>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2">
            <a:extLst xmlns:a="http://schemas.openxmlformats.org/drawingml/2006/main">
              <a:ext uri="{FF2B5EF4-FFF2-40B4-BE49-F238E27FC236}">
                <a16:creationId xmlns:a16="http://schemas.microsoft.com/office/drawing/2014/main" id="{C8511EFE-5644-4EE4-B4E1-8EE5159F3611}"/>
              </a:ext>
            </a:extLst>
          </p:cNvPr>
          <p:cNvSpPr>
            <a:spLocks xmlns:a="http://schemas.openxmlformats.org/drawingml/2006/main" noGrp="1"/>
          </p:cNvSpPr>
          <p:nvPr/>
        </p:nvSpPr>
        <p:spPr>
          <a:xfrm xmlns:a="http://schemas.openxmlformats.org/drawingml/2006/main">
            <a:off x="0" y="6800850"/>
            <a:ext cx="1434353"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2">
            <a:extLst xmlns:a="http://schemas.openxmlformats.org/drawingml/2006/main">
              <a:ext uri="{FF2B5EF4-FFF2-40B4-BE49-F238E27FC236}">
                <a16:creationId xmlns:a16="http://schemas.microsoft.com/office/drawing/2014/main" id="{0786426C-A0C4-41B9-92F5-5DF786CF7BFB}"/>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2">
            <a:extLst xmlns:a="http://schemas.openxmlformats.org/drawingml/2006/main">
              <a:ext uri="{FF2B5EF4-FFF2-40B4-BE49-F238E27FC236}">
                <a16:creationId xmlns:a16="http://schemas.microsoft.com/office/drawing/2014/main" id="{3C5B2B22-446A-4164-8FFB-DDE396128E4B}"/>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02 / 17</a:t>
            </a:r>
          </a:p>
        </p:txBody>
      </p:sp>
    </p:spTree>
    <p:extLst>
      <p:ext uri="{BB962C8B-B14F-4D97-AF65-F5344CB8AC3E}">
        <p14:creationId xmlns:p14="http://schemas.microsoft.com/office/powerpoint/2010/main" val="1023365117"/>
      </p:ext>
    </p:extLst>
  </p:cSld>
</p:sld>
</file>

<file path=ppt/slides/slide3.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3">
            <a:extLst xmlns:a="http://schemas.openxmlformats.org/drawingml/2006/main">
              <a:ext uri="{FF2B5EF4-FFF2-40B4-BE49-F238E27FC236}">
                <a16:creationId xmlns:a16="http://schemas.microsoft.com/office/drawing/2014/main" id="{8AC91267-45F4-44F5-A794-4174C41BD15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VOOR DE DEUREN OPENGAAN</a:t>
            </a:r>
          </a:p>
        </p:txBody>
      </p:sp>
      <p:sp>
        <p:nvSpPr>
          <p:cNvPr id="2" name="title-3">
            <a:extLst xmlns:a="http://schemas.openxmlformats.org/drawingml/2006/main">
              <a:ext uri="{FF2B5EF4-FFF2-40B4-BE49-F238E27FC236}">
                <a16:creationId xmlns:a16="http://schemas.microsoft.com/office/drawing/2014/main" id="{9417BAC5-ED99-41E3-BF36-C7C5033B3246}"/>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Controleer de zaal vóór het publiek binnenkomt</a:t>
            </a:r>
          </a:p>
        </p:txBody>
      </p:sp>
      <p:sp>
        <p:nvSpPr>
          <p:cNvPr id="3" name="accent-3">
            <a:extLst xmlns:a="http://schemas.openxmlformats.org/drawingml/2006/main">
              <a:ext uri="{FF2B5EF4-FFF2-40B4-BE49-F238E27FC236}">
                <a16:creationId xmlns:a16="http://schemas.microsoft.com/office/drawing/2014/main" id="{392EF4CA-BA2A-42CD-A851-B72DACA964BE}"/>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3">
            <a:extLst xmlns:a="http://schemas.openxmlformats.org/drawingml/2006/main">
              <a:ext uri="{FF2B5EF4-FFF2-40B4-BE49-F238E27FC236}">
                <a16:creationId xmlns:a16="http://schemas.microsoft.com/office/drawing/2014/main" id="{431BF5B7-7088-4243-8894-9684B04427BD}"/>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Laptop, internet, oplader en projectie</a:t>
            </a:r>
          </a:p>
          <a:p xmlns:a="http://schemas.openxmlformats.org/drawingml/2006/main">
            <a:pPr>
              <a:defRPr sz="1575">
                <a:solidFill>
                  <a:srgbClr val="17212D"/>
                </a:solidFill>
              </a:defRPr>
            </a:pPr>
            <a:r>
              <a:rPr sz="1575">
                <a:solidFill>
                  <a:srgbClr val="17212D"/>
                </a:solidFill>
              </a:rPr>
              <a:t>• Wifi-gegevens en printer controleren</a:t>
            </a:r>
          </a:p>
          <a:p xmlns:a="http://schemas.openxmlformats.org/drawingml/2006/main">
            <a:pPr>
              <a:defRPr sz="1575">
                <a:solidFill>
                  <a:srgbClr val="17212D"/>
                </a:solidFill>
              </a:defRPr>
            </a:pPr>
            <a:r>
              <a:rPr sz="1575">
                <a:solidFill>
                  <a:srgbClr val="17212D"/>
                </a:solidFill>
              </a:rPr>
              <a:t>• Eén volledige proef met de eigen gsm</a:t>
            </a:r>
          </a:p>
        </p:txBody>
      </p:sp>
      <p:sp>
        <p:nvSpPr>
          <p:cNvPr id="5" name="takeaway-box-3">
            <a:extLst xmlns:a="http://schemas.openxmlformats.org/drawingml/2006/main">
              <a:ext uri="{FF2B5EF4-FFF2-40B4-BE49-F238E27FC236}">
                <a16:creationId xmlns:a16="http://schemas.microsoft.com/office/drawing/2014/main" id="{75F764B5-9D5E-46AD-8762-4A6FFDD49AF8}"/>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3">
            <a:extLst xmlns:a="http://schemas.openxmlformats.org/drawingml/2006/main">
              <a:ext uri="{FF2B5EF4-FFF2-40B4-BE49-F238E27FC236}">
                <a16:creationId xmlns:a16="http://schemas.microsoft.com/office/drawing/2014/main" id="{AFB4F079-7086-4A93-868D-69D109E65111}"/>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3">
            <a:extLst xmlns:a="http://schemas.openxmlformats.org/drawingml/2006/main">
              <a:ext uri="{FF2B5EF4-FFF2-40B4-BE49-F238E27FC236}">
                <a16:creationId xmlns:a16="http://schemas.microsoft.com/office/drawing/2014/main" id="{F2F632DF-0F25-4656-A713-1A5072F2E176}"/>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Een korte proef voorkomt tijdsdruk bij het binnenkomen.</a:t>
            </a:r>
          </a:p>
        </p:txBody>
      </p:sp>
      <p:sp>
        <p:nvSpPr>
          <p:cNvPr id="8" name="frame-quizmaster-voorbereiden.jpg">
            <a:extLst xmlns:a="http://schemas.openxmlformats.org/drawingml/2006/main">
              <a:ext uri="{FF2B5EF4-FFF2-40B4-BE49-F238E27FC236}">
                <a16:creationId xmlns:a16="http://schemas.microsoft.com/office/drawing/2014/main" id="{2B88218B-BCA2-443B-8F63-FD9875635212}"/>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5dd568887e484cc7"/>
          <a:stretch xmlns:a="http://schemas.openxmlformats.org/drawingml/2006/main"/>
        </p:blipFill>
        <p:spPr>
          <a:xfrm xmlns:a="http://schemas.openxmlformats.org/drawingml/2006/main">
            <a:off x="5219700" y="1613297"/>
            <a:ext cx="6286500" cy="3536156"/>
          </a:xfrm>
          <a:prstGeom xmlns:a="http://schemas.openxmlformats.org/drawingml/2006/main" prst="roundRect">
            <a:avLst>
              <a:gd name="adj" fmla="val 2094"/>
            </a:avLst>
          </a:prstGeom>
        </p:spPr>
      </p:pic>
      <p:sp>
        <p:nvSpPr>
          <p:cNvPr id="10" name="image-caption-3">
            <a:extLst xmlns:a="http://schemas.openxmlformats.org/drawingml/2006/main">
              <a:ext uri="{FF2B5EF4-FFF2-40B4-BE49-F238E27FC236}">
                <a16:creationId xmlns:a16="http://schemas.microsoft.com/office/drawing/2014/main" id="{94FBA2AE-D83A-4563-BD7B-BE3DBBA44A8B}"/>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3">
            <a:extLst xmlns:a="http://schemas.openxmlformats.org/drawingml/2006/main">
              <a:ext uri="{FF2B5EF4-FFF2-40B4-BE49-F238E27FC236}">
                <a16:creationId xmlns:a16="http://schemas.microsoft.com/office/drawing/2014/main" id="{0D486323-105A-44A4-85B4-C61289C0BDE8}"/>
              </a:ext>
            </a:extLst>
          </p:cNvPr>
          <p:cNvSpPr>
            <a:spLocks xmlns:a="http://schemas.openxmlformats.org/drawingml/2006/main" noGrp="1"/>
          </p:cNvSpPr>
          <p:nvPr/>
        </p:nvSpPr>
        <p:spPr>
          <a:xfrm xmlns:a="http://schemas.openxmlformats.org/drawingml/2006/main">
            <a:off x="0" y="6800850"/>
            <a:ext cx="2151529"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3">
            <a:extLst xmlns:a="http://schemas.openxmlformats.org/drawingml/2006/main">
              <a:ext uri="{FF2B5EF4-FFF2-40B4-BE49-F238E27FC236}">
                <a16:creationId xmlns:a16="http://schemas.microsoft.com/office/drawing/2014/main" id="{34C9D36D-E12B-4A24-80D4-49D2B045F68D}"/>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3">
            <a:extLst xmlns:a="http://schemas.openxmlformats.org/drawingml/2006/main">
              <a:ext uri="{FF2B5EF4-FFF2-40B4-BE49-F238E27FC236}">
                <a16:creationId xmlns:a16="http://schemas.microsoft.com/office/drawing/2014/main" id="{8DEDF80D-69C2-4143-A238-B1D5E0C5593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03 / 17</a:t>
            </a:r>
          </a:p>
        </p:txBody>
      </p:sp>
    </p:spTree>
    <p:extLst>
      <p:ext uri="{BB962C8B-B14F-4D97-AF65-F5344CB8AC3E}">
        <p14:creationId xmlns:p14="http://schemas.microsoft.com/office/powerpoint/2010/main" val="1360850112"/>
      </p:ext>
    </p:extLst>
  </p:cSld>
</p:sld>
</file>

<file path=ppt/slides/slide4.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4">
            <a:extLst xmlns:a="http://schemas.openxmlformats.org/drawingml/2006/main">
              <a:ext uri="{FF2B5EF4-FFF2-40B4-BE49-F238E27FC236}">
                <a16:creationId xmlns:a16="http://schemas.microsoft.com/office/drawing/2014/main" id="{66F7A569-83D6-464D-99AB-41BB5F7878B3}"/>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STAP 1 · SESSIE MAKEN</a:t>
            </a:r>
          </a:p>
        </p:txBody>
      </p:sp>
      <p:sp>
        <p:nvSpPr>
          <p:cNvPr id="2" name="title-4">
            <a:extLst xmlns:a="http://schemas.openxmlformats.org/drawingml/2006/main">
              <a:ext uri="{FF2B5EF4-FFF2-40B4-BE49-F238E27FC236}">
                <a16:creationId xmlns:a16="http://schemas.microsoft.com/office/drawing/2014/main" id="{5E6CBAB7-A951-41BA-9C1A-F5D7CFD675F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Kies het aantal vragen en maak de sessie</a:t>
            </a:r>
          </a:p>
        </p:txBody>
      </p:sp>
      <p:sp>
        <p:nvSpPr>
          <p:cNvPr id="3" name="accent-4">
            <a:extLst xmlns:a="http://schemas.openxmlformats.org/drawingml/2006/main">
              <a:ext uri="{FF2B5EF4-FFF2-40B4-BE49-F238E27FC236}">
                <a16:creationId xmlns:a16="http://schemas.microsoft.com/office/drawing/2014/main" id="{4CDE96CC-D1D8-4569-AFF8-BDB253018DE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4">
            <a:extLst xmlns:a="http://schemas.openxmlformats.org/drawingml/2006/main">
              <a:ext uri="{FF2B5EF4-FFF2-40B4-BE49-F238E27FC236}">
                <a16:creationId xmlns:a16="http://schemas.microsoft.com/office/drawing/2014/main" id="{3ED325D7-FD27-4522-A3FE-9D69BD308A96}"/>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5 vragen voor een demonstratie</a:t>
            </a:r>
          </a:p>
          <a:p xmlns:a="http://schemas.openxmlformats.org/drawingml/2006/main">
            <a:pPr>
              <a:defRPr sz="1575">
                <a:solidFill>
                  <a:srgbClr val="17212D"/>
                </a:solidFill>
              </a:defRPr>
            </a:pPr>
            <a:r>
              <a:rPr sz="1575">
                <a:solidFill>
                  <a:srgbClr val="17212D"/>
                </a:solidFill>
              </a:rPr>
              <a:t>• 10 vragen is aanbevolen</a:t>
            </a:r>
          </a:p>
          <a:p xmlns:a="http://schemas.openxmlformats.org/drawingml/2006/main">
            <a:pPr>
              <a:defRPr sz="1575">
                <a:solidFill>
                  <a:srgbClr val="17212D"/>
                </a:solidFill>
              </a:defRPr>
            </a:pPr>
            <a:r>
              <a:rPr sz="1575">
                <a:solidFill>
                  <a:srgbClr val="17212D"/>
                </a:solidFill>
              </a:rPr>
              <a:t>• 20 vragen is het aanbevolen maximum</a:t>
            </a:r>
          </a:p>
        </p:txBody>
      </p:sp>
      <p:sp>
        <p:nvSpPr>
          <p:cNvPr id="5" name="takeaway-box-4">
            <a:extLst xmlns:a="http://schemas.openxmlformats.org/drawingml/2006/main">
              <a:ext uri="{FF2B5EF4-FFF2-40B4-BE49-F238E27FC236}">
                <a16:creationId xmlns:a16="http://schemas.microsoft.com/office/drawing/2014/main" id="{DC37A791-E5D8-453B-9D0D-6136EFDA4E2A}"/>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4">
            <a:extLst xmlns:a="http://schemas.openxmlformats.org/drawingml/2006/main">
              <a:ext uri="{FF2B5EF4-FFF2-40B4-BE49-F238E27FC236}">
                <a16:creationId xmlns:a16="http://schemas.microsoft.com/office/drawing/2014/main" id="{251558F6-5988-42AF-B1CE-EC67E4549BCD}"/>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4">
            <a:extLst xmlns:a="http://schemas.openxmlformats.org/drawingml/2006/main">
              <a:ext uri="{FF2B5EF4-FFF2-40B4-BE49-F238E27FC236}">
                <a16:creationId xmlns:a16="http://schemas.microsoft.com/office/drawing/2014/main" id="{5AE8F8C3-401D-4046-8E94-D3D7061260A1}"/>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De sessie maakt automatisch een unieke code van drie cijfers.</a:t>
            </a:r>
          </a:p>
        </p:txBody>
      </p:sp>
      <p:sp>
        <p:nvSpPr>
          <p:cNvPr id="8" name="frame-quizmaster-voorbereiden.jpg">
            <a:extLst xmlns:a="http://schemas.openxmlformats.org/drawingml/2006/main">
              <a:ext uri="{FF2B5EF4-FFF2-40B4-BE49-F238E27FC236}">
                <a16:creationId xmlns:a16="http://schemas.microsoft.com/office/drawing/2014/main" id="{59D70EFD-A4F9-4E99-8D78-CA6EF9FDEBD2}"/>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05baa6ffdde4c9c"/>
          <a:stretch xmlns:a="http://schemas.openxmlformats.org/drawingml/2006/main"/>
        </p:blipFill>
        <p:spPr>
          <a:xfrm xmlns:a="http://schemas.openxmlformats.org/drawingml/2006/main">
            <a:off x="685800" y="1613297"/>
            <a:ext cx="6286500" cy="3536156"/>
          </a:xfrm>
          <a:prstGeom xmlns:a="http://schemas.openxmlformats.org/drawingml/2006/main" prst="roundRect">
            <a:avLst>
              <a:gd name="adj" fmla="val 2094"/>
            </a:avLst>
          </a:prstGeom>
        </p:spPr>
      </p:pic>
      <p:sp>
        <p:nvSpPr>
          <p:cNvPr id="10" name="image-caption-4">
            <a:extLst xmlns:a="http://schemas.openxmlformats.org/drawingml/2006/main">
              <a:ext uri="{FF2B5EF4-FFF2-40B4-BE49-F238E27FC236}">
                <a16:creationId xmlns:a16="http://schemas.microsoft.com/office/drawing/2014/main" id="{EA418586-A797-4659-B4C1-26E0D06E348A}"/>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4">
            <a:extLst xmlns:a="http://schemas.openxmlformats.org/drawingml/2006/main">
              <a:ext uri="{FF2B5EF4-FFF2-40B4-BE49-F238E27FC236}">
                <a16:creationId xmlns:a16="http://schemas.microsoft.com/office/drawing/2014/main" id="{3069C0A4-AEEA-478A-8E61-340926B37A13}"/>
              </a:ext>
            </a:extLst>
          </p:cNvPr>
          <p:cNvSpPr>
            <a:spLocks xmlns:a="http://schemas.openxmlformats.org/drawingml/2006/main" noGrp="1"/>
          </p:cNvSpPr>
          <p:nvPr/>
        </p:nvSpPr>
        <p:spPr>
          <a:xfrm xmlns:a="http://schemas.openxmlformats.org/drawingml/2006/main">
            <a:off x="0" y="6800850"/>
            <a:ext cx="2868706"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4">
            <a:extLst xmlns:a="http://schemas.openxmlformats.org/drawingml/2006/main">
              <a:ext uri="{FF2B5EF4-FFF2-40B4-BE49-F238E27FC236}">
                <a16:creationId xmlns:a16="http://schemas.microsoft.com/office/drawing/2014/main" id="{16B52230-40BA-407F-8A4E-355A64799C3A}"/>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4">
            <a:extLst xmlns:a="http://schemas.openxmlformats.org/drawingml/2006/main">
              <a:ext uri="{FF2B5EF4-FFF2-40B4-BE49-F238E27FC236}">
                <a16:creationId xmlns:a16="http://schemas.microsoft.com/office/drawing/2014/main" id="{C621BCB0-563A-4C7B-A0CD-1AC1A85E0B14}"/>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04 / 17</a:t>
            </a:r>
          </a:p>
        </p:txBody>
      </p:sp>
    </p:spTree>
    <p:extLst>
      <p:ext uri="{BB962C8B-B14F-4D97-AF65-F5344CB8AC3E}">
        <p14:creationId xmlns:p14="http://schemas.microsoft.com/office/powerpoint/2010/main" val="1850120454"/>
      </p:ext>
    </p:extLst>
  </p:cSld>
</p:sld>
</file>

<file path=ppt/slides/slide5.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5">
            <a:extLst xmlns:a="http://schemas.openxmlformats.org/drawingml/2006/main">
              <a:ext uri="{FF2B5EF4-FFF2-40B4-BE49-F238E27FC236}">
                <a16:creationId xmlns:a16="http://schemas.microsoft.com/office/drawing/2014/main" id="{3AA60C79-FF8D-49F5-8700-D3F1FC06C1A9}"/>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STAP 2 · ZAAL KLAARZETTEN</a:t>
            </a:r>
          </a:p>
        </p:txBody>
      </p:sp>
      <p:sp>
        <p:nvSpPr>
          <p:cNvPr id="2" name="title-5">
            <a:extLst xmlns:a="http://schemas.openxmlformats.org/drawingml/2006/main">
              <a:ext uri="{FF2B5EF4-FFF2-40B4-BE49-F238E27FC236}">
                <a16:creationId xmlns:a16="http://schemas.microsoft.com/office/drawing/2014/main" id="{B2C4765D-9C56-42EB-928B-AE3CEBD25220}"/>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De sessiecode bepaalt de juiste briefjes</a:t>
            </a:r>
          </a:p>
        </p:txBody>
      </p:sp>
      <p:sp>
        <p:nvSpPr>
          <p:cNvPr id="3" name="accent-5">
            <a:extLst xmlns:a="http://schemas.openxmlformats.org/drawingml/2006/main">
              <a:ext uri="{FF2B5EF4-FFF2-40B4-BE49-F238E27FC236}">
                <a16:creationId xmlns:a16="http://schemas.microsoft.com/office/drawing/2014/main" id="{326883A0-3368-4CA2-8CB8-86740AB14DCD}"/>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5">
            <a:extLst xmlns:a="http://schemas.openxmlformats.org/drawingml/2006/main">
              <a:ext uri="{FF2B5EF4-FFF2-40B4-BE49-F238E27FC236}">
                <a16:creationId xmlns:a16="http://schemas.microsoft.com/office/drawing/2014/main" id="{E04B8F4B-538C-4B7F-9E75-2D19CAB07729}"/>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Open eerst het grote zaalscherm</a:t>
            </a:r>
          </a:p>
          <a:p xmlns:a="http://schemas.openxmlformats.org/drawingml/2006/main">
            <a:pPr>
              <a:defRPr sz="1575">
                <a:solidFill>
                  <a:srgbClr val="17212D"/>
                </a:solidFill>
              </a:defRPr>
            </a:pPr>
            <a:r>
              <a:rPr sz="1575">
                <a:solidFill>
                  <a:srgbClr val="17212D"/>
                </a:solidFill>
              </a:rPr>
              <a:t>• Kies daarna Deelnemersbriefjes afdrukken</a:t>
            </a:r>
          </a:p>
          <a:p xmlns:a="http://schemas.openxmlformats.org/drawingml/2006/main">
            <a:pPr>
              <a:defRPr sz="1575">
                <a:solidFill>
                  <a:srgbClr val="17212D"/>
                </a:solidFill>
              </a:defRPr>
            </a:pPr>
            <a:r>
              <a:rPr sz="1575">
                <a:solidFill>
                  <a:srgbClr val="17212D"/>
                </a:solidFill>
              </a:rPr>
              <a:t>• Druk af met de code van deze sessie</a:t>
            </a:r>
          </a:p>
        </p:txBody>
      </p:sp>
      <p:sp>
        <p:nvSpPr>
          <p:cNvPr id="5" name="takeaway-box-5">
            <a:extLst xmlns:a="http://schemas.openxmlformats.org/drawingml/2006/main">
              <a:ext uri="{FF2B5EF4-FFF2-40B4-BE49-F238E27FC236}">
                <a16:creationId xmlns:a16="http://schemas.microsoft.com/office/drawing/2014/main" id="{A92C57FB-3883-44A4-95C9-67A4DBE23B7A}"/>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5">
            <a:extLst xmlns:a="http://schemas.openxmlformats.org/drawingml/2006/main">
              <a:ext uri="{FF2B5EF4-FFF2-40B4-BE49-F238E27FC236}">
                <a16:creationId xmlns:a16="http://schemas.microsoft.com/office/drawing/2014/main" id="{27305DDD-2B9A-454E-B41D-6FBA956A0558}"/>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5">
            <a:extLst xmlns:a="http://schemas.openxmlformats.org/drawingml/2006/main">
              <a:ext uri="{FF2B5EF4-FFF2-40B4-BE49-F238E27FC236}">
                <a16:creationId xmlns:a16="http://schemas.microsoft.com/office/drawing/2014/main" id="{FE383B0E-4B62-4818-8936-9E748451370C}"/>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Een nieuwe sessiecode betekent ook nieuwe deelnemersbriefjes.</a:t>
            </a:r>
          </a:p>
        </p:txBody>
      </p:sp>
      <p:sp>
        <p:nvSpPr>
          <p:cNvPr id="8" name="frame-quizmaster-wachtkamer.jpg">
            <a:extLst xmlns:a="http://schemas.openxmlformats.org/drawingml/2006/main">
              <a:ext uri="{FF2B5EF4-FFF2-40B4-BE49-F238E27FC236}">
                <a16:creationId xmlns:a16="http://schemas.microsoft.com/office/drawing/2014/main" id="{57A760BE-C103-4E4B-9198-45CED7233E22}"/>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62c190b32804d72"/>
          <a:stretch xmlns:a="http://schemas.openxmlformats.org/drawingml/2006/main"/>
        </p:blipFill>
        <p:spPr>
          <a:xfrm xmlns:a="http://schemas.openxmlformats.org/drawingml/2006/main">
            <a:off x="5219700" y="1612210"/>
            <a:ext cx="6286500" cy="3538330"/>
          </a:xfrm>
          <a:prstGeom xmlns:a="http://schemas.openxmlformats.org/drawingml/2006/main" prst="roundRect">
            <a:avLst>
              <a:gd name="adj" fmla="val 2094"/>
            </a:avLst>
          </a:prstGeom>
        </p:spPr>
      </p:pic>
      <p:sp>
        <p:nvSpPr>
          <p:cNvPr id="10" name="image-caption-5">
            <a:extLst xmlns:a="http://schemas.openxmlformats.org/drawingml/2006/main">
              <a:ext uri="{FF2B5EF4-FFF2-40B4-BE49-F238E27FC236}">
                <a16:creationId xmlns:a16="http://schemas.microsoft.com/office/drawing/2014/main" id="{5DC81D44-E3C1-4046-933C-E56B505C140F}"/>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5">
            <a:extLst xmlns:a="http://schemas.openxmlformats.org/drawingml/2006/main">
              <a:ext uri="{FF2B5EF4-FFF2-40B4-BE49-F238E27FC236}">
                <a16:creationId xmlns:a16="http://schemas.microsoft.com/office/drawing/2014/main" id="{A48F74F8-B276-48F3-908D-5AE7F1E88633}"/>
              </a:ext>
            </a:extLst>
          </p:cNvPr>
          <p:cNvSpPr>
            <a:spLocks xmlns:a="http://schemas.openxmlformats.org/drawingml/2006/main" noGrp="1"/>
          </p:cNvSpPr>
          <p:nvPr/>
        </p:nvSpPr>
        <p:spPr>
          <a:xfrm xmlns:a="http://schemas.openxmlformats.org/drawingml/2006/main">
            <a:off x="0" y="6800850"/>
            <a:ext cx="3585882"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5">
            <a:extLst xmlns:a="http://schemas.openxmlformats.org/drawingml/2006/main">
              <a:ext uri="{FF2B5EF4-FFF2-40B4-BE49-F238E27FC236}">
                <a16:creationId xmlns:a16="http://schemas.microsoft.com/office/drawing/2014/main" id="{E61A25F7-2B0E-4FCF-A469-03E53F07212F}"/>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5">
            <a:extLst xmlns:a="http://schemas.openxmlformats.org/drawingml/2006/main">
              <a:ext uri="{FF2B5EF4-FFF2-40B4-BE49-F238E27FC236}">
                <a16:creationId xmlns:a16="http://schemas.microsoft.com/office/drawing/2014/main" id="{C3D8B7D0-5597-450C-A4BD-ABEE11F3CB60}"/>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05 / 17</a:t>
            </a:r>
          </a:p>
        </p:txBody>
      </p:sp>
    </p:spTree>
    <p:extLst>
      <p:ext uri="{BB962C8B-B14F-4D97-AF65-F5344CB8AC3E}">
        <p14:creationId xmlns:p14="http://schemas.microsoft.com/office/powerpoint/2010/main" val="709140265"/>
      </p:ext>
    </p:extLst>
  </p:cSld>
</p:sld>
</file>

<file path=ppt/slides/slide6.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6">
            <a:extLst xmlns:a="http://schemas.openxmlformats.org/drawingml/2006/main">
              <a:ext uri="{FF2B5EF4-FFF2-40B4-BE49-F238E27FC236}">
                <a16:creationId xmlns:a16="http://schemas.microsoft.com/office/drawing/2014/main" id="{1C9FB540-8E1E-4082-B932-968DC2FABE42}"/>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STAP 3 · BRIEFJES VOORBEREIDEN</a:t>
            </a:r>
          </a:p>
        </p:txBody>
      </p:sp>
      <p:sp>
        <p:nvSpPr>
          <p:cNvPr id="2" name="title-6">
            <a:extLst xmlns:a="http://schemas.openxmlformats.org/drawingml/2006/main">
              <a:ext uri="{FF2B5EF4-FFF2-40B4-BE49-F238E27FC236}">
                <a16:creationId xmlns:a16="http://schemas.microsoft.com/office/drawing/2014/main" id="{446F315C-6AAD-4D78-A85B-AE1968050757}"/>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Vul alleen de zaalwifi in als u die aanbiedt</a:t>
            </a:r>
          </a:p>
        </p:txBody>
      </p:sp>
      <p:sp>
        <p:nvSpPr>
          <p:cNvPr id="3" name="accent-6">
            <a:extLst xmlns:a="http://schemas.openxmlformats.org/drawingml/2006/main">
              <a:ext uri="{FF2B5EF4-FFF2-40B4-BE49-F238E27FC236}">
                <a16:creationId xmlns:a16="http://schemas.microsoft.com/office/drawing/2014/main" id="{A00B4416-9D12-4076-A2CC-257025BD77C3}"/>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6">
            <a:extLst xmlns:a="http://schemas.openxmlformats.org/drawingml/2006/main">
              <a:ext uri="{FF2B5EF4-FFF2-40B4-BE49-F238E27FC236}">
                <a16:creationId xmlns:a16="http://schemas.microsoft.com/office/drawing/2014/main" id="{39778CFF-C336-4C08-A35B-4B066DD30D8B}"/>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Wifinaam en wachtwoord exact overnemen</a:t>
            </a:r>
          </a:p>
          <a:p xmlns:a="http://schemas.openxmlformats.org/drawingml/2006/main">
            <a:pPr>
              <a:defRPr sz="1575">
                <a:solidFill>
                  <a:srgbClr val="17212D"/>
                </a:solidFill>
              </a:defRPr>
            </a:pPr>
            <a:r>
              <a:rPr sz="1575">
                <a:solidFill>
                  <a:srgbClr val="17212D"/>
                </a:solidFill>
              </a:rPr>
              <a:t>• Leeg laten wanneer mobiele data volstaat</a:t>
            </a:r>
          </a:p>
          <a:p xmlns:a="http://schemas.openxmlformats.org/drawingml/2006/main">
            <a:pPr>
              <a:defRPr sz="1575">
                <a:solidFill>
                  <a:srgbClr val="17212D"/>
                </a:solidFill>
              </a:defRPr>
            </a:pPr>
            <a:r>
              <a:rPr sz="1575">
                <a:solidFill>
                  <a:srgbClr val="17212D"/>
                </a:solidFill>
              </a:rPr>
              <a:t>• Quizcode en afdrukvoorbeeld controleren</a:t>
            </a:r>
          </a:p>
        </p:txBody>
      </p:sp>
      <p:sp>
        <p:nvSpPr>
          <p:cNvPr id="5" name="takeaway-box-6">
            <a:extLst xmlns:a="http://schemas.openxmlformats.org/drawingml/2006/main">
              <a:ext uri="{FF2B5EF4-FFF2-40B4-BE49-F238E27FC236}">
                <a16:creationId xmlns:a16="http://schemas.microsoft.com/office/drawing/2014/main" id="{92EFB1DD-E882-46E9-8BDF-A4BC7F1CCC0D}"/>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6">
            <a:extLst xmlns:a="http://schemas.openxmlformats.org/drawingml/2006/main">
              <a:ext uri="{FF2B5EF4-FFF2-40B4-BE49-F238E27FC236}">
                <a16:creationId xmlns:a16="http://schemas.microsoft.com/office/drawing/2014/main" id="{F6E5738E-C878-41EB-A4FC-AABBC3E8413C}"/>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6">
            <a:extLst xmlns:a="http://schemas.openxmlformats.org/drawingml/2006/main">
              <a:ext uri="{FF2B5EF4-FFF2-40B4-BE49-F238E27FC236}">
                <a16:creationId xmlns:a16="http://schemas.microsoft.com/office/drawing/2014/main" id="{06C063D0-7066-4411-8A9D-301D970D14F0}"/>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De wifi-QR-code wordt automatisch op beide briefjes geplaatst.</a:t>
            </a:r>
          </a:p>
        </p:txBody>
      </p:sp>
      <p:sp>
        <p:nvSpPr>
          <p:cNvPr id="8" name="frame-briefjes-voorbereiden.png">
            <a:extLst xmlns:a="http://schemas.openxmlformats.org/drawingml/2006/main">
              <a:ext uri="{FF2B5EF4-FFF2-40B4-BE49-F238E27FC236}">
                <a16:creationId xmlns:a16="http://schemas.microsoft.com/office/drawing/2014/main" id="{267AE320-06A3-40C0-85FC-C2E2EABE336E}"/>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419093362d84030"/>
          <a:stretch xmlns:a="http://schemas.openxmlformats.org/drawingml/2006/main"/>
        </p:blipFill>
        <p:spPr>
          <a:xfrm xmlns:a="http://schemas.openxmlformats.org/drawingml/2006/main">
            <a:off x="685800" y="1612210"/>
            <a:ext cx="6286500" cy="3538330"/>
          </a:xfrm>
          <a:prstGeom xmlns:a="http://schemas.openxmlformats.org/drawingml/2006/main" prst="roundRect">
            <a:avLst>
              <a:gd name="adj" fmla="val 2094"/>
            </a:avLst>
          </a:prstGeom>
        </p:spPr>
      </p:pic>
      <p:sp>
        <p:nvSpPr>
          <p:cNvPr id="10" name="image-caption-6">
            <a:extLst xmlns:a="http://schemas.openxmlformats.org/drawingml/2006/main">
              <a:ext uri="{FF2B5EF4-FFF2-40B4-BE49-F238E27FC236}">
                <a16:creationId xmlns:a16="http://schemas.microsoft.com/office/drawing/2014/main" id="{45BF7BD9-C2B5-42C1-B190-6714DD304586}"/>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6">
            <a:extLst xmlns:a="http://schemas.openxmlformats.org/drawingml/2006/main">
              <a:ext uri="{FF2B5EF4-FFF2-40B4-BE49-F238E27FC236}">
                <a16:creationId xmlns:a16="http://schemas.microsoft.com/office/drawing/2014/main" id="{ECF01EEA-126C-4988-8EB7-76469246AE70}"/>
              </a:ext>
            </a:extLst>
          </p:cNvPr>
          <p:cNvSpPr>
            <a:spLocks xmlns:a="http://schemas.openxmlformats.org/drawingml/2006/main" noGrp="1"/>
          </p:cNvSpPr>
          <p:nvPr/>
        </p:nvSpPr>
        <p:spPr>
          <a:xfrm xmlns:a="http://schemas.openxmlformats.org/drawingml/2006/main">
            <a:off x="0" y="6800850"/>
            <a:ext cx="4303059"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6">
            <a:extLst xmlns:a="http://schemas.openxmlformats.org/drawingml/2006/main">
              <a:ext uri="{FF2B5EF4-FFF2-40B4-BE49-F238E27FC236}">
                <a16:creationId xmlns:a16="http://schemas.microsoft.com/office/drawing/2014/main" id="{95EAF131-9812-4E5C-AE9A-63D314050E35}"/>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6">
            <a:extLst xmlns:a="http://schemas.openxmlformats.org/drawingml/2006/main">
              <a:ext uri="{FF2B5EF4-FFF2-40B4-BE49-F238E27FC236}">
                <a16:creationId xmlns:a16="http://schemas.microsoft.com/office/drawing/2014/main" id="{411BB73F-4433-4587-BC84-CD92E8C09964}"/>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06 / 17</a:t>
            </a:r>
          </a:p>
        </p:txBody>
      </p:sp>
    </p:spTree>
    <p:extLst>
      <p:ext uri="{BB962C8B-B14F-4D97-AF65-F5344CB8AC3E}">
        <p14:creationId xmlns:p14="http://schemas.microsoft.com/office/powerpoint/2010/main" val="954468345"/>
      </p:ext>
    </p:extLst>
  </p:cSld>
</p:sld>
</file>

<file path=ppt/slides/slide7.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7">
            <a:extLst xmlns:a="http://schemas.openxmlformats.org/drawingml/2006/main">
              <a:ext uri="{FF2B5EF4-FFF2-40B4-BE49-F238E27FC236}">
                <a16:creationId xmlns:a16="http://schemas.microsoft.com/office/drawing/2014/main" id="{C71DDA32-370A-4604-B01C-E00711AE6B1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STAP 4 · PROEFAFDRUK</a:t>
            </a:r>
          </a:p>
        </p:txBody>
      </p:sp>
      <p:sp>
        <p:nvSpPr>
          <p:cNvPr id="2" name="title-7">
            <a:extLst xmlns:a="http://schemas.openxmlformats.org/drawingml/2006/main">
              <a:ext uri="{FF2B5EF4-FFF2-40B4-BE49-F238E27FC236}">
                <a16:creationId xmlns:a16="http://schemas.microsoft.com/office/drawing/2014/main" id="{5A6CD683-9485-403C-89E2-A751814A6EEA}"/>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Controleer één afdruk vóór de volledige oplage</a:t>
            </a:r>
          </a:p>
        </p:txBody>
      </p:sp>
      <p:sp>
        <p:nvSpPr>
          <p:cNvPr id="3" name="accent-7">
            <a:extLst xmlns:a="http://schemas.openxmlformats.org/drawingml/2006/main">
              <a:ext uri="{FF2B5EF4-FFF2-40B4-BE49-F238E27FC236}">
                <a16:creationId xmlns:a16="http://schemas.microsoft.com/office/drawing/2014/main" id="{57B6A6DE-21B1-4295-873A-CAE3714B18F7}"/>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7">
            <a:extLst xmlns:a="http://schemas.openxmlformats.org/drawingml/2006/main">
              <a:ext uri="{FF2B5EF4-FFF2-40B4-BE49-F238E27FC236}">
                <a16:creationId xmlns:a16="http://schemas.microsoft.com/office/drawing/2014/main" id="{D1C20F1C-8778-46E7-9A1D-F3013A42031B}"/>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A4 staand en standaard schaal</a:t>
            </a:r>
          </a:p>
          <a:p xmlns:a="http://schemas.openxmlformats.org/drawingml/2006/main">
            <a:pPr>
              <a:defRPr sz="1575">
                <a:solidFill>
                  <a:srgbClr val="17212D"/>
                </a:solidFill>
              </a:defRPr>
            </a:pPr>
            <a:r>
              <a:rPr sz="1575">
                <a:solidFill>
                  <a:srgbClr val="17212D"/>
                </a:solidFill>
              </a:rPr>
              <a:t>• Twee verticale briefjes per vel</a:t>
            </a:r>
          </a:p>
          <a:p xmlns:a="http://schemas.openxmlformats.org/drawingml/2006/main">
            <a:pPr>
              <a:defRPr sz="1575">
                <a:solidFill>
                  <a:srgbClr val="17212D"/>
                </a:solidFill>
              </a:defRPr>
            </a:pPr>
            <a:r>
              <a:rPr sz="1575">
                <a:solidFill>
                  <a:srgbClr val="17212D"/>
                </a:solidFill>
              </a:rPr>
              <a:t>• Beide QR-codes met een gsm testen</a:t>
            </a:r>
          </a:p>
        </p:txBody>
      </p:sp>
      <p:sp>
        <p:nvSpPr>
          <p:cNvPr id="5" name="takeaway-box-7">
            <a:extLst xmlns:a="http://schemas.openxmlformats.org/drawingml/2006/main">
              <a:ext uri="{FF2B5EF4-FFF2-40B4-BE49-F238E27FC236}">
                <a16:creationId xmlns:a16="http://schemas.microsoft.com/office/drawing/2014/main" id="{50F6EF65-F4F9-4CD9-8EFD-1AD997FBBBA9}"/>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7">
            <a:extLst xmlns:a="http://schemas.openxmlformats.org/drawingml/2006/main">
              <a:ext uri="{FF2B5EF4-FFF2-40B4-BE49-F238E27FC236}">
                <a16:creationId xmlns:a16="http://schemas.microsoft.com/office/drawing/2014/main" id="{8E6B6768-F8B2-4691-AD44-FB080F27C6F9}"/>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7">
            <a:extLst xmlns:a="http://schemas.openxmlformats.org/drawingml/2006/main">
              <a:ext uri="{FF2B5EF4-FFF2-40B4-BE49-F238E27FC236}">
                <a16:creationId xmlns:a16="http://schemas.microsoft.com/office/drawing/2014/main" id="{268AA514-4EC9-4023-AC7E-FC864030EC85}"/>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Druk daarna voldoende exemplaren én enkele reserves af.</a:t>
            </a:r>
          </a:p>
        </p:txBody>
      </p:sp>
      <p:sp>
        <p:nvSpPr>
          <p:cNvPr id="8" name="frame-deelnemersbriefje.jpg">
            <a:extLst xmlns:a="http://schemas.openxmlformats.org/drawingml/2006/main">
              <a:ext uri="{FF2B5EF4-FFF2-40B4-BE49-F238E27FC236}">
                <a16:creationId xmlns:a16="http://schemas.microsoft.com/office/drawing/2014/main" id="{61A268F8-26BE-4C40-B7CE-3F5FFB68D151}"/>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b4ab1e9ef4294ca4"/>
          <a:stretch xmlns:a="http://schemas.openxmlformats.org/drawingml/2006/main"/>
        </p:blipFill>
        <p:spPr>
          <a:xfrm xmlns:a="http://schemas.openxmlformats.org/drawingml/2006/main">
            <a:off x="5219700" y="1612210"/>
            <a:ext cx="6286500" cy="3538330"/>
          </a:xfrm>
          <a:prstGeom xmlns:a="http://schemas.openxmlformats.org/drawingml/2006/main" prst="roundRect">
            <a:avLst>
              <a:gd name="adj" fmla="val 2094"/>
            </a:avLst>
          </a:prstGeom>
        </p:spPr>
      </p:pic>
      <p:sp>
        <p:nvSpPr>
          <p:cNvPr id="10" name="image-caption-7">
            <a:extLst xmlns:a="http://schemas.openxmlformats.org/drawingml/2006/main">
              <a:ext uri="{FF2B5EF4-FFF2-40B4-BE49-F238E27FC236}">
                <a16:creationId xmlns:a16="http://schemas.microsoft.com/office/drawing/2014/main" id="{AD3E420E-F4B9-4030-BDB3-C29B537AB4C8}"/>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7">
            <a:extLst xmlns:a="http://schemas.openxmlformats.org/drawingml/2006/main">
              <a:ext uri="{FF2B5EF4-FFF2-40B4-BE49-F238E27FC236}">
                <a16:creationId xmlns:a16="http://schemas.microsoft.com/office/drawing/2014/main" id="{A820FF00-7B61-4798-94B7-5743D8E64D99}"/>
              </a:ext>
            </a:extLst>
          </p:cNvPr>
          <p:cNvSpPr>
            <a:spLocks xmlns:a="http://schemas.openxmlformats.org/drawingml/2006/main" noGrp="1"/>
          </p:cNvSpPr>
          <p:nvPr/>
        </p:nvSpPr>
        <p:spPr>
          <a:xfrm xmlns:a="http://schemas.openxmlformats.org/drawingml/2006/main">
            <a:off x="0" y="6800850"/>
            <a:ext cx="5020235"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7">
            <a:extLst xmlns:a="http://schemas.openxmlformats.org/drawingml/2006/main">
              <a:ext uri="{FF2B5EF4-FFF2-40B4-BE49-F238E27FC236}">
                <a16:creationId xmlns:a16="http://schemas.microsoft.com/office/drawing/2014/main" id="{D4A33F3D-50D8-459E-8457-722835FD46A0}"/>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7">
            <a:extLst xmlns:a="http://schemas.openxmlformats.org/drawingml/2006/main">
              <a:ext uri="{FF2B5EF4-FFF2-40B4-BE49-F238E27FC236}">
                <a16:creationId xmlns:a16="http://schemas.microsoft.com/office/drawing/2014/main" id="{76EB70F9-023E-49DA-A737-D428EC524DFD}"/>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07 / 17</a:t>
            </a:r>
          </a:p>
        </p:txBody>
      </p:sp>
    </p:spTree>
    <p:extLst>
      <p:ext uri="{BB962C8B-B14F-4D97-AF65-F5344CB8AC3E}">
        <p14:creationId xmlns:p14="http://schemas.microsoft.com/office/powerpoint/2010/main" val="1509680278"/>
      </p:ext>
    </p:extLst>
  </p:cSld>
</p:sld>
</file>

<file path=ppt/slides/slide8.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8">
            <a:extLst xmlns:a="http://schemas.openxmlformats.org/drawingml/2006/main">
              <a:ext uri="{FF2B5EF4-FFF2-40B4-BE49-F238E27FC236}">
                <a16:creationId xmlns:a16="http://schemas.microsoft.com/office/drawing/2014/main" id="{9223AF6A-5679-4CAC-AE14-766C06ADCFB1}"/>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WAAROM EEN PAPIEREN BRIEFJE?</a:t>
            </a:r>
          </a:p>
        </p:txBody>
      </p:sp>
      <p:sp>
        <p:nvSpPr>
          <p:cNvPr id="2" name="title-8">
            <a:extLst xmlns:a="http://schemas.openxmlformats.org/drawingml/2006/main">
              <a:ext uri="{FF2B5EF4-FFF2-40B4-BE49-F238E27FC236}">
                <a16:creationId xmlns:a16="http://schemas.microsoft.com/office/drawing/2014/main" id="{64C23BFA-AEDE-4847-A5C5-C068A35E8DE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Het briefje geeft rust en altijd een reserveweg</a:t>
            </a:r>
          </a:p>
        </p:txBody>
      </p:sp>
      <p:sp>
        <p:nvSpPr>
          <p:cNvPr id="3" name="accent-8">
            <a:extLst xmlns:a="http://schemas.openxmlformats.org/drawingml/2006/main">
              <a:ext uri="{FF2B5EF4-FFF2-40B4-BE49-F238E27FC236}">
                <a16:creationId xmlns:a16="http://schemas.microsoft.com/office/drawing/2014/main" id="{7FE2C5B9-E7C7-4B87-B256-1918496EE469}"/>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8">
            <a:extLst xmlns:a="http://schemas.openxmlformats.org/drawingml/2006/main">
              <a:ext uri="{FF2B5EF4-FFF2-40B4-BE49-F238E27FC236}">
                <a16:creationId xmlns:a16="http://schemas.microsoft.com/office/drawing/2014/main" id="{A95FEF39-36F6-4C4A-B728-155FCFD849E7}"/>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Geen QR-code scannen van een ver scherm</a:t>
            </a:r>
          </a:p>
          <a:p xmlns:a="http://schemas.openxmlformats.org/drawingml/2006/main">
            <a:pPr>
              <a:defRPr sz="1575">
                <a:solidFill>
                  <a:srgbClr val="17212D"/>
                </a:solidFill>
              </a:defRPr>
            </a:pPr>
            <a:r>
              <a:rPr sz="1575">
                <a:solidFill>
                  <a:srgbClr val="17212D"/>
                </a:solidFill>
              </a:rPr>
              <a:t>• Alle stappen blijven in de hand van de deelnemer</a:t>
            </a:r>
          </a:p>
          <a:p xmlns:a="http://schemas.openxmlformats.org/drawingml/2006/main">
            <a:pPr>
              <a:defRPr sz="1575">
                <a:solidFill>
                  <a:srgbClr val="17212D"/>
                </a:solidFill>
              </a:defRPr>
            </a:pPr>
            <a:r>
              <a:rPr sz="1575">
                <a:solidFill>
                  <a:srgbClr val="17212D"/>
                </a:solidFill>
              </a:rPr>
              <a:t>• QR-code én link met quizcode beschikbaar</a:t>
            </a:r>
          </a:p>
        </p:txBody>
      </p:sp>
      <p:sp>
        <p:nvSpPr>
          <p:cNvPr id="5" name="takeaway-box-8">
            <a:extLst xmlns:a="http://schemas.openxmlformats.org/drawingml/2006/main">
              <a:ext uri="{FF2B5EF4-FFF2-40B4-BE49-F238E27FC236}">
                <a16:creationId xmlns:a16="http://schemas.microsoft.com/office/drawing/2014/main" id="{39487D43-B28C-4623-A228-D5B91F8BC620}"/>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8">
            <a:extLst xmlns:a="http://schemas.openxmlformats.org/drawingml/2006/main">
              <a:ext uri="{FF2B5EF4-FFF2-40B4-BE49-F238E27FC236}">
                <a16:creationId xmlns:a16="http://schemas.microsoft.com/office/drawing/2014/main" id="{65D315BC-BD84-475B-B0A4-3513A278C067}"/>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8">
            <a:extLst xmlns:a="http://schemas.openxmlformats.org/drawingml/2006/main">
              <a:ext uri="{FF2B5EF4-FFF2-40B4-BE49-F238E27FC236}">
                <a16:creationId xmlns:a16="http://schemas.microsoft.com/office/drawing/2014/main" id="{5C9A1F9A-60EB-498A-9DC8-F686090DF75A}"/>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Het briefje maakt zelfstandig starten én persoonlijke hulp mogelijk.</a:t>
            </a:r>
          </a:p>
        </p:txBody>
      </p:sp>
      <p:sp>
        <p:nvSpPr>
          <p:cNvPr id="8" name="frame-deelnemersbriefje.jpg">
            <a:extLst xmlns:a="http://schemas.openxmlformats.org/drawingml/2006/main">
              <a:ext uri="{FF2B5EF4-FFF2-40B4-BE49-F238E27FC236}">
                <a16:creationId xmlns:a16="http://schemas.microsoft.com/office/drawing/2014/main" id="{576D1F2E-4C87-4C13-BB21-62405A87F41F}"/>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b993cece3e14477"/>
          <a:stretch xmlns:a="http://schemas.openxmlformats.org/drawingml/2006/main"/>
        </p:blipFill>
        <p:spPr>
          <a:xfrm xmlns:a="http://schemas.openxmlformats.org/drawingml/2006/main">
            <a:off x="685800" y="1612210"/>
            <a:ext cx="6286500" cy="3538330"/>
          </a:xfrm>
          <a:prstGeom xmlns:a="http://schemas.openxmlformats.org/drawingml/2006/main" prst="roundRect">
            <a:avLst>
              <a:gd name="adj" fmla="val 2094"/>
            </a:avLst>
          </a:prstGeom>
        </p:spPr>
      </p:pic>
      <p:sp>
        <p:nvSpPr>
          <p:cNvPr id="10" name="image-caption-8">
            <a:extLst xmlns:a="http://schemas.openxmlformats.org/drawingml/2006/main">
              <a:ext uri="{FF2B5EF4-FFF2-40B4-BE49-F238E27FC236}">
                <a16:creationId xmlns:a16="http://schemas.microsoft.com/office/drawing/2014/main" id="{3572E420-5A4F-4038-86DD-473F525ADA6C}"/>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8">
            <a:extLst xmlns:a="http://schemas.openxmlformats.org/drawingml/2006/main">
              <a:ext uri="{FF2B5EF4-FFF2-40B4-BE49-F238E27FC236}">
                <a16:creationId xmlns:a16="http://schemas.microsoft.com/office/drawing/2014/main" id="{1B38A6CA-91C6-41DD-99C8-26A2147914DF}"/>
              </a:ext>
            </a:extLst>
          </p:cNvPr>
          <p:cNvSpPr>
            <a:spLocks xmlns:a="http://schemas.openxmlformats.org/drawingml/2006/main" noGrp="1"/>
          </p:cNvSpPr>
          <p:nvPr/>
        </p:nvSpPr>
        <p:spPr>
          <a:xfrm xmlns:a="http://schemas.openxmlformats.org/drawingml/2006/main">
            <a:off x="0" y="6800850"/>
            <a:ext cx="5737412"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8">
            <a:extLst xmlns:a="http://schemas.openxmlformats.org/drawingml/2006/main">
              <a:ext uri="{FF2B5EF4-FFF2-40B4-BE49-F238E27FC236}">
                <a16:creationId xmlns:a16="http://schemas.microsoft.com/office/drawing/2014/main" id="{6ED3711B-99DD-4073-88AC-8A14C4F737F2}"/>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8">
            <a:extLst xmlns:a="http://schemas.openxmlformats.org/drawingml/2006/main">
              <a:ext uri="{FF2B5EF4-FFF2-40B4-BE49-F238E27FC236}">
                <a16:creationId xmlns:a16="http://schemas.microsoft.com/office/drawing/2014/main" id="{6982B9C0-9882-478B-931E-476495D15B1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08 / 17</a:t>
            </a:r>
          </a:p>
        </p:txBody>
      </p:sp>
    </p:spTree>
    <p:extLst>
      <p:ext uri="{BB962C8B-B14F-4D97-AF65-F5344CB8AC3E}">
        <p14:creationId xmlns:p14="http://schemas.microsoft.com/office/powerpoint/2010/main" val="1823507482"/>
      </p:ext>
    </p:extLst>
  </p:cSld>
</p:sld>
</file>

<file path=ppt/slides/slide9.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9">
            <a:extLst xmlns:a="http://schemas.openxmlformats.org/drawingml/2006/main">
              <a:ext uri="{FF2B5EF4-FFF2-40B4-BE49-F238E27FC236}">
                <a16:creationId xmlns:a16="http://schemas.microsoft.com/office/drawing/2014/main" id="{3B2BD7DC-B820-48F9-A39D-797039894D7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BIJ HET BINNENKOMEN</a:t>
            </a:r>
          </a:p>
        </p:txBody>
      </p:sp>
      <p:sp>
        <p:nvSpPr>
          <p:cNvPr id="2" name="title-9">
            <a:extLst xmlns:a="http://schemas.openxmlformats.org/drawingml/2006/main">
              <a:ext uri="{FF2B5EF4-FFF2-40B4-BE49-F238E27FC236}">
                <a16:creationId xmlns:a16="http://schemas.microsoft.com/office/drawing/2014/main" id="{D03287F4-73FD-4A2E-8C75-2568D46EF118}"/>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Deel één briefje per deelnemer uit</a:t>
            </a:r>
          </a:p>
        </p:txBody>
      </p:sp>
      <p:sp>
        <p:nvSpPr>
          <p:cNvPr id="3" name="accent-9">
            <a:extLst xmlns:a="http://schemas.openxmlformats.org/drawingml/2006/main">
              <a:ext uri="{FF2B5EF4-FFF2-40B4-BE49-F238E27FC236}">
                <a16:creationId xmlns:a16="http://schemas.microsoft.com/office/drawing/2014/main" id="{BD6BC88C-EB12-42F4-825C-0BD616054414}"/>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9">
            <a:extLst xmlns:a="http://schemas.openxmlformats.org/drawingml/2006/main">
              <a:ext uri="{FF2B5EF4-FFF2-40B4-BE49-F238E27FC236}">
                <a16:creationId xmlns:a16="http://schemas.microsoft.com/office/drawing/2014/main" id="{E40B53BA-3BB4-47AE-93B5-704AA7367868}"/>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Uitdelen vóór iedereen plaatsneemt</a:t>
            </a:r>
          </a:p>
          <a:p xmlns:a="http://schemas.openxmlformats.org/drawingml/2006/main">
            <a:pPr>
              <a:defRPr sz="1575">
                <a:solidFill>
                  <a:srgbClr val="17212D"/>
                </a:solidFill>
              </a:defRPr>
            </a:pPr>
            <a:r>
              <a:rPr sz="1575">
                <a:solidFill>
                  <a:srgbClr val="17212D"/>
                </a:solidFill>
              </a:rPr>
              <a:t>• Vraag de pagina na verbinden open te laten</a:t>
            </a:r>
          </a:p>
          <a:p xmlns:a="http://schemas.openxmlformats.org/drawingml/2006/main">
            <a:pPr>
              <a:defRPr sz="1575">
                <a:solidFill>
                  <a:srgbClr val="17212D"/>
                </a:solidFill>
              </a:defRPr>
            </a:pPr>
            <a:r>
              <a:rPr sz="1575">
                <a:solidFill>
                  <a:srgbClr val="17212D"/>
                </a:solidFill>
              </a:rPr>
              <a:t>• Voorzie één of twee helpers in de zaal</a:t>
            </a:r>
          </a:p>
        </p:txBody>
      </p:sp>
      <p:sp>
        <p:nvSpPr>
          <p:cNvPr id="5" name="takeaway-box-9">
            <a:extLst xmlns:a="http://schemas.openxmlformats.org/drawingml/2006/main">
              <a:ext uri="{FF2B5EF4-FFF2-40B4-BE49-F238E27FC236}">
                <a16:creationId xmlns:a16="http://schemas.microsoft.com/office/drawing/2014/main" id="{689F49DB-7F97-419E-8213-67FB4E268FB5}"/>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9">
            <a:extLst xmlns:a="http://schemas.openxmlformats.org/drawingml/2006/main">
              <a:ext uri="{FF2B5EF4-FFF2-40B4-BE49-F238E27FC236}">
                <a16:creationId xmlns:a16="http://schemas.microsoft.com/office/drawing/2014/main" id="{91CB088D-9CF3-4F5A-8C23-DE9550884ADB}"/>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9">
            <a:extLst xmlns:a="http://schemas.openxmlformats.org/drawingml/2006/main">
              <a:ext uri="{FF2B5EF4-FFF2-40B4-BE49-F238E27FC236}">
                <a16:creationId xmlns:a16="http://schemas.microsoft.com/office/drawing/2014/main" id="{C5650956-EC69-48E2-BE1E-A815DB4EF68B}"/>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Start pas wanneer alle deelnemers in de verbindingsteller staan.</a:t>
            </a:r>
          </a:p>
        </p:txBody>
      </p:sp>
      <p:sp>
        <p:nvSpPr>
          <p:cNvPr id="8" name="frame-deelnemersbriefje.jpg">
            <a:extLst xmlns:a="http://schemas.openxmlformats.org/drawingml/2006/main">
              <a:ext uri="{FF2B5EF4-FFF2-40B4-BE49-F238E27FC236}">
                <a16:creationId xmlns:a16="http://schemas.microsoft.com/office/drawing/2014/main" id="{2BB2FA7E-7B56-4123-80F9-B29980A60B38}"/>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c88684e9e7147b2"/>
          <a:stretch xmlns:a="http://schemas.openxmlformats.org/drawingml/2006/main"/>
        </p:blipFill>
        <p:spPr>
          <a:xfrm xmlns:a="http://schemas.openxmlformats.org/drawingml/2006/main">
            <a:off x="5219700" y="1612210"/>
            <a:ext cx="6286500" cy="3538330"/>
          </a:xfrm>
          <a:prstGeom xmlns:a="http://schemas.openxmlformats.org/drawingml/2006/main" prst="roundRect">
            <a:avLst>
              <a:gd name="adj" fmla="val 2094"/>
            </a:avLst>
          </a:prstGeom>
        </p:spPr>
      </p:pic>
      <p:sp>
        <p:nvSpPr>
          <p:cNvPr id="10" name="image-caption-9">
            <a:extLst xmlns:a="http://schemas.openxmlformats.org/drawingml/2006/main">
              <a:ext uri="{FF2B5EF4-FFF2-40B4-BE49-F238E27FC236}">
                <a16:creationId xmlns:a16="http://schemas.microsoft.com/office/drawing/2014/main" id="{A754034A-6FBE-4526-A745-D73D34614CC5}"/>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9">
            <a:extLst xmlns:a="http://schemas.openxmlformats.org/drawingml/2006/main">
              <a:ext uri="{FF2B5EF4-FFF2-40B4-BE49-F238E27FC236}">
                <a16:creationId xmlns:a16="http://schemas.microsoft.com/office/drawing/2014/main" id="{F1859262-461C-412E-A8DE-F0457B241D45}"/>
              </a:ext>
            </a:extLst>
          </p:cNvPr>
          <p:cNvSpPr>
            <a:spLocks xmlns:a="http://schemas.openxmlformats.org/drawingml/2006/main" noGrp="1"/>
          </p:cNvSpPr>
          <p:nvPr/>
        </p:nvSpPr>
        <p:spPr>
          <a:xfrm xmlns:a="http://schemas.openxmlformats.org/drawingml/2006/main">
            <a:off x="0" y="6800850"/>
            <a:ext cx="6454588"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9">
            <a:extLst xmlns:a="http://schemas.openxmlformats.org/drawingml/2006/main">
              <a:ext uri="{FF2B5EF4-FFF2-40B4-BE49-F238E27FC236}">
                <a16:creationId xmlns:a16="http://schemas.microsoft.com/office/drawing/2014/main" id="{B2D10D02-05F2-4B52-8A31-26244371D990}"/>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9">
            <a:extLst xmlns:a="http://schemas.openxmlformats.org/drawingml/2006/main">
              <a:ext uri="{FF2B5EF4-FFF2-40B4-BE49-F238E27FC236}">
                <a16:creationId xmlns:a16="http://schemas.microsoft.com/office/drawing/2014/main" id="{162C3FCE-F9C4-4678-B830-5644B20813D5}"/>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09 / 17</a:t>
            </a:r>
          </a:p>
        </p:txBody>
      </p:sp>
    </p:spTree>
    <p:extLst>
      <p:ext uri="{BB962C8B-B14F-4D97-AF65-F5344CB8AC3E}">
        <p14:creationId xmlns:p14="http://schemas.microsoft.com/office/powerpoint/2010/main" val="2033140887"/>
      </p:ext>
    </p:extLst>
  </p:cSld>
</p:sld>
</file>

<file path=ppt/slides/slide10.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0">
            <a:extLst xmlns:a="http://schemas.openxmlformats.org/drawingml/2006/main">
              <a:ext uri="{FF2B5EF4-FFF2-40B4-BE49-F238E27FC236}">
                <a16:creationId xmlns:a16="http://schemas.microsoft.com/office/drawing/2014/main" id="{29BECF5B-74F5-4094-A103-F480CEBF69E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DEELNEMER · STAP 1</a:t>
            </a:r>
          </a:p>
        </p:txBody>
      </p:sp>
      <p:sp>
        <p:nvSpPr>
          <p:cNvPr id="2" name="title-10">
            <a:extLst xmlns:a="http://schemas.openxmlformats.org/drawingml/2006/main">
              <a:ext uri="{FF2B5EF4-FFF2-40B4-BE49-F238E27FC236}">
                <a16:creationId xmlns:a16="http://schemas.microsoft.com/office/drawing/2014/main" id="{D4716DF4-BF84-4523-AC92-457359D473FC}"/>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Zorg eerst dat de gsm internet heeft</a:t>
            </a:r>
          </a:p>
        </p:txBody>
      </p:sp>
      <p:sp>
        <p:nvSpPr>
          <p:cNvPr id="3" name="accent-10">
            <a:extLst xmlns:a="http://schemas.openxmlformats.org/drawingml/2006/main">
              <a:ext uri="{FF2B5EF4-FFF2-40B4-BE49-F238E27FC236}">
                <a16:creationId xmlns:a16="http://schemas.microsoft.com/office/drawing/2014/main" id="{EAE7DFD1-AC86-4514-A45C-F3B643C8944D}"/>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0">
            <a:extLst xmlns:a="http://schemas.openxmlformats.org/drawingml/2006/main">
              <a:ext uri="{FF2B5EF4-FFF2-40B4-BE49-F238E27FC236}">
                <a16:creationId xmlns:a16="http://schemas.microsoft.com/office/drawing/2014/main" id="{57EF0A40-9082-4157-9A60-B08A12429BEB}"/>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Mobiele data is meestal het eenvoudigst</a:t>
            </a:r>
          </a:p>
          <a:p xmlns:a="http://schemas.openxmlformats.org/drawingml/2006/main">
            <a:pPr>
              <a:defRPr sz="1575">
                <a:solidFill>
                  <a:srgbClr val="17212D"/>
                </a:solidFill>
              </a:defRPr>
            </a:pPr>
            <a:r>
              <a:rPr sz="1575">
                <a:solidFill>
                  <a:srgbClr val="17212D"/>
                </a:solidFill>
              </a:rPr>
              <a:t>• Zaalwifi: scan eerst de wifi-QR-code</a:t>
            </a:r>
          </a:p>
          <a:p xmlns:a="http://schemas.openxmlformats.org/drawingml/2006/main">
            <a:pPr>
              <a:defRPr sz="1575">
                <a:solidFill>
                  <a:srgbClr val="17212D"/>
                </a:solidFill>
              </a:defRPr>
            </a:pPr>
            <a:r>
              <a:rPr sz="1575">
                <a:solidFill>
                  <a:srgbClr val="17212D"/>
                </a:solidFill>
              </a:rPr>
              <a:t>• Bij problemen handmatig verbinden via Instellingen</a:t>
            </a:r>
          </a:p>
        </p:txBody>
      </p:sp>
      <p:sp>
        <p:nvSpPr>
          <p:cNvPr id="5" name="takeaway-box-10">
            <a:extLst xmlns:a="http://schemas.openxmlformats.org/drawingml/2006/main">
              <a:ext uri="{FF2B5EF4-FFF2-40B4-BE49-F238E27FC236}">
                <a16:creationId xmlns:a16="http://schemas.microsoft.com/office/drawing/2014/main" id="{E5B79C8B-6748-4FA5-805E-0FD56E969BB2}"/>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0">
            <a:extLst xmlns:a="http://schemas.openxmlformats.org/drawingml/2006/main">
              <a:ext uri="{FF2B5EF4-FFF2-40B4-BE49-F238E27FC236}">
                <a16:creationId xmlns:a16="http://schemas.microsoft.com/office/drawing/2014/main" id="{7F3ED053-2D86-423F-B564-C9621296CE54}"/>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0">
            <a:extLst xmlns:a="http://schemas.openxmlformats.org/drawingml/2006/main">
              <a:ext uri="{FF2B5EF4-FFF2-40B4-BE49-F238E27FC236}">
                <a16:creationId xmlns:a16="http://schemas.microsoft.com/office/drawing/2014/main" id="{BE4871B7-7CDA-4F7B-B853-CD62CB63E671}"/>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Controleer zo nodig of een gewone website opent.</a:t>
            </a:r>
          </a:p>
        </p:txBody>
      </p:sp>
      <p:sp>
        <p:nvSpPr>
          <p:cNvPr id="8" name="frame-deelnemersbriefje.jpg">
            <a:extLst xmlns:a="http://schemas.openxmlformats.org/drawingml/2006/main">
              <a:ext uri="{FF2B5EF4-FFF2-40B4-BE49-F238E27FC236}">
                <a16:creationId xmlns:a16="http://schemas.microsoft.com/office/drawing/2014/main" id="{792FBAEF-15D3-4538-B911-1757AE9106AA}"/>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b0275d942df42e2"/>
          <a:stretch xmlns:a="http://schemas.openxmlformats.org/drawingml/2006/main"/>
        </p:blipFill>
        <p:spPr>
          <a:xfrm xmlns:a="http://schemas.openxmlformats.org/drawingml/2006/main">
            <a:off x="685800" y="1612210"/>
            <a:ext cx="6286500" cy="3538330"/>
          </a:xfrm>
          <a:prstGeom xmlns:a="http://schemas.openxmlformats.org/drawingml/2006/main" prst="roundRect">
            <a:avLst>
              <a:gd name="adj" fmla="val 2094"/>
            </a:avLst>
          </a:prstGeom>
        </p:spPr>
      </p:pic>
      <p:sp>
        <p:nvSpPr>
          <p:cNvPr id="10" name="image-caption-10">
            <a:extLst xmlns:a="http://schemas.openxmlformats.org/drawingml/2006/main">
              <a:ext uri="{FF2B5EF4-FFF2-40B4-BE49-F238E27FC236}">
                <a16:creationId xmlns:a16="http://schemas.microsoft.com/office/drawing/2014/main" id="{2726A321-5669-49C0-B9A0-07987E85811A}"/>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10">
            <a:extLst xmlns:a="http://schemas.openxmlformats.org/drawingml/2006/main">
              <a:ext uri="{FF2B5EF4-FFF2-40B4-BE49-F238E27FC236}">
                <a16:creationId xmlns:a16="http://schemas.microsoft.com/office/drawing/2014/main" id="{DD43CC97-DBAE-48E0-9A01-FAC006910142}"/>
              </a:ext>
            </a:extLst>
          </p:cNvPr>
          <p:cNvSpPr>
            <a:spLocks xmlns:a="http://schemas.openxmlformats.org/drawingml/2006/main" noGrp="1"/>
          </p:cNvSpPr>
          <p:nvPr/>
        </p:nvSpPr>
        <p:spPr>
          <a:xfrm xmlns:a="http://schemas.openxmlformats.org/drawingml/2006/main">
            <a:off x="0" y="6800850"/>
            <a:ext cx="7171765"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0">
            <a:extLst xmlns:a="http://schemas.openxmlformats.org/drawingml/2006/main">
              <a:ext uri="{FF2B5EF4-FFF2-40B4-BE49-F238E27FC236}">
                <a16:creationId xmlns:a16="http://schemas.microsoft.com/office/drawing/2014/main" id="{B1680E84-7502-4ECB-884E-472E9040C687}"/>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10">
            <a:extLst xmlns:a="http://schemas.openxmlformats.org/drawingml/2006/main">
              <a:ext uri="{FF2B5EF4-FFF2-40B4-BE49-F238E27FC236}">
                <a16:creationId xmlns:a16="http://schemas.microsoft.com/office/drawing/2014/main" id="{D14893B3-DF83-492B-B3A5-EAC406C2228B}"/>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10 / 17</a:t>
            </a:r>
          </a:p>
        </p:txBody>
      </p:sp>
    </p:spTree>
    <p:extLst>
      <p:ext uri="{BB962C8B-B14F-4D97-AF65-F5344CB8AC3E}">
        <p14:creationId xmlns:p14="http://schemas.microsoft.com/office/powerpoint/2010/main" val="285941513"/>
      </p:ext>
    </p:extLst>
  </p:cSld>
</p:sld>
</file>

<file path=ppt/slides/slide11.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1">
            <a:extLst xmlns:a="http://schemas.openxmlformats.org/drawingml/2006/main">
              <a:ext uri="{FF2B5EF4-FFF2-40B4-BE49-F238E27FC236}">
                <a16:creationId xmlns:a16="http://schemas.microsoft.com/office/drawing/2014/main" id="{C79B078A-AEA1-40B5-B712-23D937700540}"/>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DEELNEMER · STAP 2</a:t>
            </a:r>
          </a:p>
        </p:txBody>
      </p:sp>
      <p:sp>
        <p:nvSpPr>
          <p:cNvPr id="2" name="title-11">
            <a:extLst xmlns:a="http://schemas.openxmlformats.org/drawingml/2006/main">
              <a:ext uri="{FF2B5EF4-FFF2-40B4-BE49-F238E27FC236}">
                <a16:creationId xmlns:a16="http://schemas.microsoft.com/office/drawing/2014/main" id="{A65532BC-4297-43DB-B704-51C2E0C3FAF1}"/>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Open daarna de quiz vanaf hetzelfde briefje</a:t>
            </a:r>
          </a:p>
        </p:txBody>
      </p:sp>
      <p:sp>
        <p:nvSpPr>
          <p:cNvPr id="3" name="accent-11">
            <a:extLst xmlns:a="http://schemas.openxmlformats.org/drawingml/2006/main">
              <a:ext uri="{FF2B5EF4-FFF2-40B4-BE49-F238E27FC236}">
                <a16:creationId xmlns:a16="http://schemas.microsoft.com/office/drawing/2014/main" id="{6B8918EE-AAA5-460F-87FD-C22D5DE8F6BC}"/>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1">
            <a:extLst xmlns:a="http://schemas.openxmlformats.org/drawingml/2006/main">
              <a:ext uri="{FF2B5EF4-FFF2-40B4-BE49-F238E27FC236}">
                <a16:creationId xmlns:a16="http://schemas.microsoft.com/office/drawing/2014/main" id="{8B73E38A-D09A-46CC-BEAF-BABBA31FB69C}"/>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Scan de tweede QR-code en tik op de link</a:t>
            </a:r>
          </a:p>
          <a:p xmlns:a="http://schemas.openxmlformats.org/drawingml/2006/main">
            <a:pPr>
              <a:defRPr sz="1575">
                <a:solidFill>
                  <a:srgbClr val="17212D"/>
                </a:solidFill>
              </a:defRPr>
            </a:pPr>
            <a:r>
              <a:rPr sz="1575">
                <a:solidFill>
                  <a:srgbClr val="17212D"/>
                </a:solidFill>
              </a:rPr>
              <a:t>• Of typ de link rechtstreeks in de adresbalk</a:t>
            </a:r>
          </a:p>
          <a:p xmlns:a="http://schemas.openxmlformats.org/drawingml/2006/main">
            <a:pPr>
              <a:defRPr sz="1575">
                <a:solidFill>
                  <a:srgbClr val="17212D"/>
                </a:solidFill>
              </a:defRPr>
            </a:pPr>
            <a:r>
              <a:rPr sz="1575">
                <a:solidFill>
                  <a:srgbClr val="17212D"/>
                </a:solidFill>
              </a:rPr>
              <a:t>• Vul indien gevraagd de drie cijfers in</a:t>
            </a:r>
          </a:p>
        </p:txBody>
      </p:sp>
      <p:sp>
        <p:nvSpPr>
          <p:cNvPr id="5" name="takeaway-box-11">
            <a:extLst xmlns:a="http://schemas.openxmlformats.org/drawingml/2006/main">
              <a:ext uri="{FF2B5EF4-FFF2-40B4-BE49-F238E27FC236}">
                <a16:creationId xmlns:a16="http://schemas.microsoft.com/office/drawing/2014/main" id="{AA0E309B-344C-49E0-8903-FC6E33F6424E}"/>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1">
            <a:extLst xmlns:a="http://schemas.openxmlformats.org/drawingml/2006/main">
              <a:ext uri="{FF2B5EF4-FFF2-40B4-BE49-F238E27FC236}">
                <a16:creationId xmlns:a16="http://schemas.microsoft.com/office/drawing/2014/main" id="{3A965EA7-332F-434F-AEC2-8E6F7025F8F3}"/>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1">
            <a:extLst xmlns:a="http://schemas.openxmlformats.org/drawingml/2006/main">
              <a:ext uri="{FF2B5EF4-FFF2-40B4-BE49-F238E27FC236}">
                <a16:creationId xmlns:a16="http://schemas.microsoft.com/office/drawing/2014/main" id="{B8DD7F59-733F-4ABA-BF02-4E67246E1B21}"/>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Niet via Google zoeken — gebruik de adresbalk van de browser.</a:t>
            </a:r>
          </a:p>
        </p:txBody>
      </p:sp>
      <p:sp>
        <p:nvSpPr>
          <p:cNvPr id="8" name="frame-deelnemersbriefje.jpg">
            <a:extLst xmlns:a="http://schemas.openxmlformats.org/drawingml/2006/main">
              <a:ext uri="{FF2B5EF4-FFF2-40B4-BE49-F238E27FC236}">
                <a16:creationId xmlns:a16="http://schemas.microsoft.com/office/drawing/2014/main" id="{B4812442-3494-4A17-899A-DA75149C9AE6}"/>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b5518dc812194a45"/>
          <a:stretch xmlns:a="http://schemas.openxmlformats.org/drawingml/2006/main"/>
        </p:blipFill>
        <p:spPr>
          <a:xfrm xmlns:a="http://schemas.openxmlformats.org/drawingml/2006/main">
            <a:off x="5219700" y="1612210"/>
            <a:ext cx="6286500" cy="3538330"/>
          </a:xfrm>
          <a:prstGeom xmlns:a="http://schemas.openxmlformats.org/drawingml/2006/main" prst="roundRect">
            <a:avLst>
              <a:gd name="adj" fmla="val 2094"/>
            </a:avLst>
          </a:prstGeom>
        </p:spPr>
      </p:pic>
      <p:sp>
        <p:nvSpPr>
          <p:cNvPr id="10" name="image-caption-11">
            <a:extLst xmlns:a="http://schemas.openxmlformats.org/drawingml/2006/main">
              <a:ext uri="{FF2B5EF4-FFF2-40B4-BE49-F238E27FC236}">
                <a16:creationId xmlns:a16="http://schemas.microsoft.com/office/drawing/2014/main" id="{4A4303DB-8F6A-4259-A092-8F30B6572237}"/>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11">
            <a:extLst xmlns:a="http://schemas.openxmlformats.org/drawingml/2006/main">
              <a:ext uri="{FF2B5EF4-FFF2-40B4-BE49-F238E27FC236}">
                <a16:creationId xmlns:a16="http://schemas.microsoft.com/office/drawing/2014/main" id="{530F4811-4190-45C5-A599-FFE660DA6312}"/>
              </a:ext>
            </a:extLst>
          </p:cNvPr>
          <p:cNvSpPr>
            <a:spLocks xmlns:a="http://schemas.openxmlformats.org/drawingml/2006/main" noGrp="1"/>
          </p:cNvSpPr>
          <p:nvPr/>
        </p:nvSpPr>
        <p:spPr>
          <a:xfrm xmlns:a="http://schemas.openxmlformats.org/drawingml/2006/main">
            <a:off x="0" y="6800850"/>
            <a:ext cx="7888941"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1">
            <a:extLst xmlns:a="http://schemas.openxmlformats.org/drawingml/2006/main">
              <a:ext uri="{FF2B5EF4-FFF2-40B4-BE49-F238E27FC236}">
                <a16:creationId xmlns:a16="http://schemas.microsoft.com/office/drawing/2014/main" id="{AC6D6222-07FF-4575-BE3A-CE18A3F4CEF8}"/>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11">
            <a:extLst xmlns:a="http://schemas.openxmlformats.org/drawingml/2006/main">
              <a:ext uri="{FF2B5EF4-FFF2-40B4-BE49-F238E27FC236}">
                <a16:creationId xmlns:a16="http://schemas.microsoft.com/office/drawing/2014/main" id="{99F924E9-E861-4CF6-A316-3F51E4EAD611}"/>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11 / 17</a:t>
            </a:r>
          </a:p>
        </p:txBody>
      </p:sp>
    </p:spTree>
    <p:extLst>
      <p:ext uri="{BB962C8B-B14F-4D97-AF65-F5344CB8AC3E}">
        <p14:creationId xmlns:p14="http://schemas.microsoft.com/office/powerpoint/2010/main" val="1370924658"/>
      </p:ext>
    </p:extLst>
  </p:cSld>
</p:sld>
</file>

<file path=ppt/slides/slide12.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2">
            <a:extLst xmlns:a="http://schemas.openxmlformats.org/drawingml/2006/main">
              <a:ext uri="{FF2B5EF4-FFF2-40B4-BE49-F238E27FC236}">
                <a16:creationId xmlns:a16="http://schemas.microsoft.com/office/drawing/2014/main" id="{BECA77A0-233D-443D-9028-C5FF54F3C17E}"/>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DEELNEMER VERBONDEN</a:t>
            </a:r>
          </a:p>
        </p:txBody>
      </p:sp>
      <p:sp>
        <p:nvSpPr>
          <p:cNvPr id="2" name="title-12">
            <a:extLst xmlns:a="http://schemas.openxmlformats.org/drawingml/2006/main">
              <a:ext uri="{FF2B5EF4-FFF2-40B4-BE49-F238E27FC236}">
                <a16:creationId xmlns:a16="http://schemas.microsoft.com/office/drawing/2014/main" id="{DFD17651-CF35-46D2-9676-51F8DAA8C7F7}"/>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In de wachtkamer hoeft men niets meer te doen</a:t>
            </a:r>
          </a:p>
        </p:txBody>
      </p:sp>
      <p:sp>
        <p:nvSpPr>
          <p:cNvPr id="3" name="accent-12">
            <a:extLst xmlns:a="http://schemas.openxmlformats.org/drawingml/2006/main">
              <a:ext uri="{FF2B5EF4-FFF2-40B4-BE49-F238E27FC236}">
                <a16:creationId xmlns:a16="http://schemas.microsoft.com/office/drawing/2014/main" id="{57EB5E54-1314-4B8B-A945-2E971E7E8DCB}"/>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2">
            <a:extLst xmlns:a="http://schemas.openxmlformats.org/drawingml/2006/main">
              <a:ext uri="{FF2B5EF4-FFF2-40B4-BE49-F238E27FC236}">
                <a16:creationId xmlns:a16="http://schemas.microsoft.com/office/drawing/2014/main" id="{5D2DE0AF-31F9-421F-B6DF-5694FFA87D5F}"/>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De quizcode wordt bevestigd</a:t>
            </a:r>
          </a:p>
          <a:p xmlns:a="http://schemas.openxmlformats.org/drawingml/2006/main">
            <a:pPr>
              <a:defRPr sz="1575">
                <a:solidFill>
                  <a:srgbClr val="17212D"/>
                </a:solidFill>
              </a:defRPr>
            </a:pPr>
            <a:r>
              <a:rPr sz="1575">
                <a:solidFill>
                  <a:srgbClr val="17212D"/>
                </a:solidFill>
              </a:rPr>
              <a:t>• De status toont U bent verbonden</a:t>
            </a:r>
          </a:p>
          <a:p xmlns:a="http://schemas.openxmlformats.org/drawingml/2006/main">
            <a:pPr>
              <a:defRPr sz="1575">
                <a:solidFill>
                  <a:srgbClr val="17212D"/>
                </a:solidFill>
              </a:defRPr>
            </a:pPr>
            <a:r>
              <a:rPr sz="1575">
                <a:solidFill>
                  <a:srgbClr val="17212D"/>
                </a:solidFill>
              </a:rPr>
              <a:t>• Nieuwe vragen verschijnen vanzelf</a:t>
            </a:r>
          </a:p>
        </p:txBody>
      </p:sp>
      <p:sp>
        <p:nvSpPr>
          <p:cNvPr id="5" name="takeaway-box-12">
            <a:extLst xmlns:a="http://schemas.openxmlformats.org/drawingml/2006/main">
              <a:ext uri="{FF2B5EF4-FFF2-40B4-BE49-F238E27FC236}">
                <a16:creationId xmlns:a16="http://schemas.microsoft.com/office/drawing/2014/main" id="{E6643E83-EBA8-4EA4-A92D-69E72F5E9097}"/>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2">
            <a:extLst xmlns:a="http://schemas.openxmlformats.org/drawingml/2006/main">
              <a:ext uri="{FF2B5EF4-FFF2-40B4-BE49-F238E27FC236}">
                <a16:creationId xmlns:a16="http://schemas.microsoft.com/office/drawing/2014/main" id="{8B6F1E87-8467-40E1-A142-74149A54411B}"/>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2">
            <a:extLst xmlns:a="http://schemas.openxmlformats.org/drawingml/2006/main">
              <a:ext uri="{FF2B5EF4-FFF2-40B4-BE49-F238E27FC236}">
                <a16:creationId xmlns:a16="http://schemas.microsoft.com/office/drawing/2014/main" id="{66CDF569-B948-47BA-B8B4-B2A7E82D0343}"/>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Laat de pagina open; opnieuw scannen of vernieuwen is niet nodig.</a:t>
            </a:r>
          </a:p>
        </p:txBody>
      </p:sp>
      <p:sp>
        <p:nvSpPr>
          <p:cNvPr id="8" name="frame-deelnemer-wachtkamer.jpg">
            <a:extLst xmlns:a="http://schemas.openxmlformats.org/drawingml/2006/main">
              <a:ext uri="{FF2B5EF4-FFF2-40B4-BE49-F238E27FC236}">
                <a16:creationId xmlns:a16="http://schemas.microsoft.com/office/drawing/2014/main" id="{5EBF0143-C646-42FD-BF04-C79A3A7FF84F}"/>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c0f7d2c242e4e9d"/>
          <a:stretch xmlns:a="http://schemas.openxmlformats.org/drawingml/2006/main"/>
        </p:blipFill>
        <p:spPr>
          <a:xfrm xmlns:a="http://schemas.openxmlformats.org/drawingml/2006/main">
            <a:off x="685800" y="1613297"/>
            <a:ext cx="6286500" cy="3536156"/>
          </a:xfrm>
          <a:prstGeom xmlns:a="http://schemas.openxmlformats.org/drawingml/2006/main" prst="roundRect">
            <a:avLst>
              <a:gd name="adj" fmla="val 2094"/>
            </a:avLst>
          </a:prstGeom>
        </p:spPr>
      </p:pic>
      <p:sp>
        <p:nvSpPr>
          <p:cNvPr id="10" name="image-caption-12">
            <a:extLst xmlns:a="http://schemas.openxmlformats.org/drawingml/2006/main">
              <a:ext uri="{FF2B5EF4-FFF2-40B4-BE49-F238E27FC236}">
                <a16:creationId xmlns:a16="http://schemas.microsoft.com/office/drawing/2014/main" id="{043FF0AB-D62C-418A-83B6-6DA68FB2DACB}"/>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12">
            <a:extLst xmlns:a="http://schemas.openxmlformats.org/drawingml/2006/main">
              <a:ext uri="{FF2B5EF4-FFF2-40B4-BE49-F238E27FC236}">
                <a16:creationId xmlns:a16="http://schemas.microsoft.com/office/drawing/2014/main" id="{29F8A7CC-5893-48D6-8036-6BBE8F14EFE4}"/>
              </a:ext>
            </a:extLst>
          </p:cNvPr>
          <p:cNvSpPr>
            <a:spLocks xmlns:a="http://schemas.openxmlformats.org/drawingml/2006/main" noGrp="1"/>
          </p:cNvSpPr>
          <p:nvPr/>
        </p:nvSpPr>
        <p:spPr>
          <a:xfrm xmlns:a="http://schemas.openxmlformats.org/drawingml/2006/main">
            <a:off x="0" y="6800850"/>
            <a:ext cx="8606118"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2">
            <a:extLst xmlns:a="http://schemas.openxmlformats.org/drawingml/2006/main">
              <a:ext uri="{FF2B5EF4-FFF2-40B4-BE49-F238E27FC236}">
                <a16:creationId xmlns:a16="http://schemas.microsoft.com/office/drawing/2014/main" id="{724D803A-40B6-465D-B1F1-7D63745B57C3}"/>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12">
            <a:extLst xmlns:a="http://schemas.openxmlformats.org/drawingml/2006/main">
              <a:ext uri="{FF2B5EF4-FFF2-40B4-BE49-F238E27FC236}">
                <a16:creationId xmlns:a16="http://schemas.microsoft.com/office/drawing/2014/main" id="{299B5752-536D-465C-B1D2-DA9A3FD602E9}"/>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12 / 17</a:t>
            </a:r>
          </a:p>
        </p:txBody>
      </p:sp>
    </p:spTree>
    <p:extLst>
      <p:ext uri="{BB962C8B-B14F-4D97-AF65-F5344CB8AC3E}">
        <p14:creationId xmlns:p14="http://schemas.microsoft.com/office/powerpoint/2010/main" val="2108177785"/>
      </p:ext>
    </p:extLst>
  </p:cSld>
</p:sld>
</file>

<file path=ppt/slides/slide13.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3">
            <a:extLst xmlns:a="http://schemas.openxmlformats.org/drawingml/2006/main">
              <a:ext uri="{FF2B5EF4-FFF2-40B4-BE49-F238E27FC236}">
                <a16:creationId xmlns:a16="http://schemas.microsoft.com/office/drawing/2014/main" id="{375B572B-1C31-4BF7-9375-C0171F824F1D}"/>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ANTWOORDEN OP DE GSM</a:t>
            </a:r>
          </a:p>
        </p:txBody>
      </p:sp>
      <p:sp>
        <p:nvSpPr>
          <p:cNvPr id="2" name="title-13">
            <a:extLst xmlns:a="http://schemas.openxmlformats.org/drawingml/2006/main">
              <a:ext uri="{FF2B5EF4-FFF2-40B4-BE49-F238E27FC236}">
                <a16:creationId xmlns:a16="http://schemas.microsoft.com/office/drawing/2014/main" id="{F19D807D-00FE-436A-9427-414A77A13273}"/>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Iedere deelnemer kiest één antwoord</a:t>
            </a:r>
          </a:p>
        </p:txBody>
      </p:sp>
      <p:sp>
        <p:nvSpPr>
          <p:cNvPr id="3" name="accent-13">
            <a:extLst xmlns:a="http://schemas.openxmlformats.org/drawingml/2006/main">
              <a:ext uri="{FF2B5EF4-FFF2-40B4-BE49-F238E27FC236}">
                <a16:creationId xmlns:a16="http://schemas.microsoft.com/office/drawing/2014/main" id="{5381EB81-12ED-4536-928B-BF58BC1DAAF9}"/>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3">
            <a:extLst xmlns:a="http://schemas.openxmlformats.org/drawingml/2006/main">
              <a:ext uri="{FF2B5EF4-FFF2-40B4-BE49-F238E27FC236}">
                <a16:creationId xmlns:a16="http://schemas.microsoft.com/office/drawing/2014/main" id="{81CAF9CB-04FE-437D-B055-9FF228EA7362}"/>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Eén duidelijke vraag</a:t>
            </a:r>
          </a:p>
          <a:p xmlns:a="http://schemas.openxmlformats.org/drawingml/2006/main">
            <a:pPr>
              <a:defRPr sz="1575">
                <a:solidFill>
                  <a:srgbClr val="17212D"/>
                </a:solidFill>
              </a:defRPr>
            </a:pPr>
            <a:r>
              <a:rPr sz="1575">
                <a:solidFill>
                  <a:srgbClr val="17212D"/>
                </a:solidFill>
              </a:rPr>
              <a:t>• Vier grote antwoordknoppen</a:t>
            </a:r>
          </a:p>
          <a:p xmlns:a="http://schemas.openxmlformats.org/drawingml/2006/main">
            <a:pPr>
              <a:defRPr sz="1575">
                <a:solidFill>
                  <a:srgbClr val="17212D"/>
                </a:solidFill>
              </a:defRPr>
            </a:pPr>
            <a:r>
              <a:rPr sz="1575">
                <a:solidFill>
                  <a:srgbClr val="17212D"/>
                </a:solidFill>
              </a:rPr>
              <a:t>• Ieder antwoord wordt één keer bewaard</a:t>
            </a:r>
          </a:p>
        </p:txBody>
      </p:sp>
      <p:sp>
        <p:nvSpPr>
          <p:cNvPr id="5" name="takeaway-box-13">
            <a:extLst xmlns:a="http://schemas.openxmlformats.org/drawingml/2006/main">
              <a:ext uri="{FF2B5EF4-FFF2-40B4-BE49-F238E27FC236}">
                <a16:creationId xmlns:a16="http://schemas.microsoft.com/office/drawing/2014/main" id="{E5DCD467-B536-4464-8D82-C0442725C2FA}"/>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3">
            <a:extLst xmlns:a="http://schemas.openxmlformats.org/drawingml/2006/main">
              <a:ext uri="{FF2B5EF4-FFF2-40B4-BE49-F238E27FC236}">
                <a16:creationId xmlns:a16="http://schemas.microsoft.com/office/drawing/2014/main" id="{59077E87-5104-46C4-886F-A0D98CB5E634}"/>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3">
            <a:extLst xmlns:a="http://schemas.openxmlformats.org/drawingml/2006/main">
              <a:ext uri="{FF2B5EF4-FFF2-40B4-BE49-F238E27FC236}">
                <a16:creationId xmlns:a16="http://schemas.microsoft.com/office/drawing/2014/main" id="{137EC3BD-2E7F-4123-8FC7-A8FBA7CACC1E}"/>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Een bevestiging toont dat het antwoord is ontvangen.</a:t>
            </a:r>
          </a:p>
        </p:txBody>
      </p:sp>
      <p:sp>
        <p:nvSpPr>
          <p:cNvPr id="8" name="frame-deelnemer-vraag.jpg">
            <a:extLst xmlns:a="http://schemas.openxmlformats.org/drawingml/2006/main">
              <a:ext uri="{FF2B5EF4-FFF2-40B4-BE49-F238E27FC236}">
                <a16:creationId xmlns:a16="http://schemas.microsoft.com/office/drawing/2014/main" id="{FA4648FA-FA6F-46D3-AEF4-C65DD99626BA}"/>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b3b437824a28455e"/>
          <a:stretch xmlns:a="http://schemas.openxmlformats.org/drawingml/2006/main"/>
        </p:blipFill>
        <p:spPr>
          <a:xfrm xmlns:a="http://schemas.openxmlformats.org/drawingml/2006/main">
            <a:off x="5219700" y="1612210"/>
            <a:ext cx="6286500" cy="3538330"/>
          </a:xfrm>
          <a:prstGeom xmlns:a="http://schemas.openxmlformats.org/drawingml/2006/main" prst="roundRect">
            <a:avLst>
              <a:gd name="adj" fmla="val 2094"/>
            </a:avLst>
          </a:prstGeom>
        </p:spPr>
      </p:pic>
      <p:sp>
        <p:nvSpPr>
          <p:cNvPr id="10" name="image-caption-13">
            <a:extLst xmlns:a="http://schemas.openxmlformats.org/drawingml/2006/main">
              <a:ext uri="{FF2B5EF4-FFF2-40B4-BE49-F238E27FC236}">
                <a16:creationId xmlns:a16="http://schemas.microsoft.com/office/drawing/2014/main" id="{AE2A39D5-F8B4-41FD-8352-CBADF5728DED}"/>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13">
            <a:extLst xmlns:a="http://schemas.openxmlformats.org/drawingml/2006/main">
              <a:ext uri="{FF2B5EF4-FFF2-40B4-BE49-F238E27FC236}">
                <a16:creationId xmlns:a16="http://schemas.microsoft.com/office/drawing/2014/main" id="{AFD9DAB6-28F5-4F22-8335-2C881FC03088}"/>
              </a:ext>
            </a:extLst>
          </p:cNvPr>
          <p:cNvSpPr>
            <a:spLocks xmlns:a="http://schemas.openxmlformats.org/drawingml/2006/main" noGrp="1"/>
          </p:cNvSpPr>
          <p:nvPr/>
        </p:nvSpPr>
        <p:spPr>
          <a:xfrm xmlns:a="http://schemas.openxmlformats.org/drawingml/2006/main">
            <a:off x="0" y="6800850"/>
            <a:ext cx="9323294"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3">
            <a:extLst xmlns:a="http://schemas.openxmlformats.org/drawingml/2006/main">
              <a:ext uri="{FF2B5EF4-FFF2-40B4-BE49-F238E27FC236}">
                <a16:creationId xmlns:a16="http://schemas.microsoft.com/office/drawing/2014/main" id="{7EFD98B5-B07E-4B9C-BA98-69E6017CAB34}"/>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13">
            <a:extLst xmlns:a="http://schemas.openxmlformats.org/drawingml/2006/main">
              <a:ext uri="{FF2B5EF4-FFF2-40B4-BE49-F238E27FC236}">
                <a16:creationId xmlns:a16="http://schemas.microsoft.com/office/drawing/2014/main" id="{CE569AFA-9B76-42A1-A4D2-D53F1E5E60A6}"/>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13 / 17</a:t>
            </a:r>
          </a:p>
        </p:txBody>
      </p:sp>
    </p:spTree>
    <p:extLst>
      <p:ext uri="{BB962C8B-B14F-4D97-AF65-F5344CB8AC3E}">
        <p14:creationId xmlns:p14="http://schemas.microsoft.com/office/powerpoint/2010/main" val="209551680"/>
      </p:ext>
    </p:extLst>
  </p:cSld>
</p:sld>
</file>

<file path=ppt/slides/slide14.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4">
            <a:extLst xmlns:a="http://schemas.openxmlformats.org/drawingml/2006/main">
              <a:ext uri="{FF2B5EF4-FFF2-40B4-BE49-F238E27FC236}">
                <a16:creationId xmlns:a16="http://schemas.microsoft.com/office/drawing/2014/main" id="{24A1CAEA-DEEE-43B3-A1FA-3DE5EDDA7BF5}"/>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DE VRAGEN BEDIENEN</a:t>
            </a:r>
          </a:p>
        </p:txBody>
      </p:sp>
      <p:sp>
        <p:nvSpPr>
          <p:cNvPr id="2" name="title-14">
            <a:extLst xmlns:a="http://schemas.openxmlformats.org/drawingml/2006/main">
              <a:ext uri="{FF2B5EF4-FFF2-40B4-BE49-F238E27FC236}">
                <a16:creationId xmlns:a16="http://schemas.microsoft.com/office/drawing/2014/main" id="{CCE79F61-49B2-4E0F-98B3-FFCEF0169EB3}"/>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De quizmaster gebruikt de twee antwoordtellers</a:t>
            </a:r>
          </a:p>
        </p:txBody>
      </p:sp>
      <p:sp>
        <p:nvSpPr>
          <p:cNvPr id="3" name="accent-14">
            <a:extLst xmlns:a="http://schemas.openxmlformats.org/drawingml/2006/main">
              <a:ext uri="{FF2B5EF4-FFF2-40B4-BE49-F238E27FC236}">
                <a16:creationId xmlns:a16="http://schemas.microsoft.com/office/drawing/2014/main" id="{D5741CD3-BBAE-4F0F-8202-707EF0217CA0}"/>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4">
            <a:extLst xmlns:a="http://schemas.openxmlformats.org/drawingml/2006/main">
              <a:ext uri="{FF2B5EF4-FFF2-40B4-BE49-F238E27FC236}">
                <a16:creationId xmlns:a16="http://schemas.microsoft.com/office/drawing/2014/main" id="{823CF731-E3AB-46EF-A474-E22FB554296E}"/>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Hoeveel deelnemers zijn verbonden?</a:t>
            </a:r>
          </a:p>
          <a:p xmlns:a="http://schemas.openxmlformats.org/drawingml/2006/main">
            <a:pPr>
              <a:defRPr sz="1575">
                <a:solidFill>
                  <a:srgbClr val="17212D"/>
                </a:solidFill>
              </a:defRPr>
            </a:pPr>
            <a:r>
              <a:rPr sz="1575">
                <a:solidFill>
                  <a:srgbClr val="17212D"/>
                </a:solidFill>
              </a:rPr>
              <a:t>• Hoeveel antwoorden zijn ontvangen?</a:t>
            </a:r>
          </a:p>
          <a:p xmlns:a="http://schemas.openxmlformats.org/drawingml/2006/main">
            <a:pPr>
              <a:defRPr sz="1575">
                <a:solidFill>
                  <a:srgbClr val="17212D"/>
                </a:solidFill>
              </a:defRPr>
            </a:pPr>
            <a:r>
              <a:rPr sz="1575">
                <a:solidFill>
                  <a:srgbClr val="17212D"/>
                </a:solidFill>
              </a:rPr>
              <a:t>• Heeft iemand in de zaal nog hulp nodig?</a:t>
            </a:r>
          </a:p>
        </p:txBody>
      </p:sp>
      <p:sp>
        <p:nvSpPr>
          <p:cNvPr id="5" name="takeaway-box-14">
            <a:extLst xmlns:a="http://schemas.openxmlformats.org/drawingml/2006/main">
              <a:ext uri="{FF2B5EF4-FFF2-40B4-BE49-F238E27FC236}">
                <a16:creationId xmlns:a16="http://schemas.microsoft.com/office/drawing/2014/main" id="{6DF81ABA-775D-45B3-822F-BED0F6B444BC}"/>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4">
            <a:extLst xmlns:a="http://schemas.openxmlformats.org/drawingml/2006/main">
              <a:ext uri="{FF2B5EF4-FFF2-40B4-BE49-F238E27FC236}">
                <a16:creationId xmlns:a16="http://schemas.microsoft.com/office/drawing/2014/main" id="{15138135-1872-420A-B056-F3E27C9F22B2}"/>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4">
            <a:extLst xmlns:a="http://schemas.openxmlformats.org/drawingml/2006/main">
              <a:ext uri="{FF2B5EF4-FFF2-40B4-BE49-F238E27FC236}">
                <a16:creationId xmlns:a16="http://schemas.microsoft.com/office/drawing/2014/main" id="{550170E0-A245-4016-A290-BDEF8AC2E05C}"/>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30 verbonden en 30 antwoorden: iedereen is klaar.</a:t>
            </a:r>
          </a:p>
        </p:txBody>
      </p:sp>
      <p:sp>
        <p:nvSpPr>
          <p:cNvPr id="8" name="frame-quizmaster-vraag-open.jpg">
            <a:extLst xmlns:a="http://schemas.openxmlformats.org/drawingml/2006/main">
              <a:ext uri="{FF2B5EF4-FFF2-40B4-BE49-F238E27FC236}">
                <a16:creationId xmlns:a16="http://schemas.microsoft.com/office/drawing/2014/main" id="{16CE8178-1417-4EF6-9C98-E394784915AC}"/>
              </a:ext>
            </a:extLst>
          </p:cNvPr>
          <p:cNvSpPr>
            <a:spLocks xmlns:a="http://schemas.openxmlformats.org/drawingml/2006/main" noGrp="1"/>
          </p:cNvSpPr>
          <p:nvPr/>
        </p:nvSpPr>
        <p:spPr>
          <a:xfrm xmlns:a="http://schemas.openxmlformats.org/drawingml/2006/main">
            <a:off x="5905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973bb51fddc44df"/>
          <a:stretch xmlns:a="http://schemas.openxmlformats.org/drawingml/2006/main"/>
        </p:blipFill>
        <p:spPr>
          <a:xfrm xmlns:a="http://schemas.openxmlformats.org/drawingml/2006/main">
            <a:off x="685800" y="1612210"/>
            <a:ext cx="6286500" cy="3538330"/>
          </a:xfrm>
          <a:prstGeom xmlns:a="http://schemas.openxmlformats.org/drawingml/2006/main" prst="roundRect">
            <a:avLst>
              <a:gd name="adj" fmla="val 2094"/>
            </a:avLst>
          </a:prstGeom>
        </p:spPr>
      </p:pic>
      <p:sp>
        <p:nvSpPr>
          <p:cNvPr id="10" name="image-caption-14">
            <a:extLst xmlns:a="http://schemas.openxmlformats.org/drawingml/2006/main">
              <a:ext uri="{FF2B5EF4-FFF2-40B4-BE49-F238E27FC236}">
                <a16:creationId xmlns:a16="http://schemas.microsoft.com/office/drawing/2014/main" id="{C87CE85F-E5BD-457A-904A-D0E27FAB0755}"/>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14">
            <a:extLst xmlns:a="http://schemas.openxmlformats.org/drawingml/2006/main">
              <a:ext uri="{FF2B5EF4-FFF2-40B4-BE49-F238E27FC236}">
                <a16:creationId xmlns:a16="http://schemas.microsoft.com/office/drawing/2014/main" id="{25A2845D-AC07-463E-8D84-66180A39FBFF}"/>
              </a:ext>
            </a:extLst>
          </p:cNvPr>
          <p:cNvSpPr>
            <a:spLocks xmlns:a="http://schemas.openxmlformats.org/drawingml/2006/main" noGrp="1"/>
          </p:cNvSpPr>
          <p:nvPr/>
        </p:nvSpPr>
        <p:spPr>
          <a:xfrm xmlns:a="http://schemas.openxmlformats.org/drawingml/2006/main">
            <a:off x="0" y="6800850"/>
            <a:ext cx="10040471"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4">
            <a:extLst xmlns:a="http://schemas.openxmlformats.org/drawingml/2006/main">
              <a:ext uri="{FF2B5EF4-FFF2-40B4-BE49-F238E27FC236}">
                <a16:creationId xmlns:a16="http://schemas.microsoft.com/office/drawing/2014/main" id="{FDF1CE1B-E4F8-4A53-B83D-5BF4C5159DB7}"/>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14">
            <a:extLst xmlns:a="http://schemas.openxmlformats.org/drawingml/2006/main">
              <a:ext uri="{FF2B5EF4-FFF2-40B4-BE49-F238E27FC236}">
                <a16:creationId xmlns:a16="http://schemas.microsoft.com/office/drawing/2014/main" id="{3BB987A5-92AE-4F09-AE7B-342334BA3BB3}"/>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14 / 17</a:t>
            </a:r>
          </a:p>
        </p:txBody>
      </p:sp>
    </p:spTree>
    <p:extLst>
      <p:ext uri="{BB962C8B-B14F-4D97-AF65-F5344CB8AC3E}">
        <p14:creationId xmlns:p14="http://schemas.microsoft.com/office/powerpoint/2010/main" val="1677453347"/>
      </p:ext>
    </p:extLst>
  </p:cSld>
</p:sld>
</file>

<file path=ppt/slides/slide15.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5">
            <a:extLst xmlns:a="http://schemas.openxmlformats.org/drawingml/2006/main">
              <a:ext uri="{FF2B5EF4-FFF2-40B4-BE49-F238E27FC236}">
                <a16:creationId xmlns:a16="http://schemas.microsoft.com/office/drawing/2014/main" id="{9A1066FF-174D-489F-9B4D-02AE28C629B6}"/>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SAMEN LEREN</a:t>
            </a:r>
          </a:p>
        </p:txBody>
      </p:sp>
      <p:sp>
        <p:nvSpPr>
          <p:cNvPr id="2" name="title-15">
            <a:extLst xmlns:a="http://schemas.openxmlformats.org/drawingml/2006/main">
              <a:ext uri="{FF2B5EF4-FFF2-40B4-BE49-F238E27FC236}">
                <a16:creationId xmlns:a16="http://schemas.microsoft.com/office/drawing/2014/main" id="{EDA08153-8941-44A7-9675-0ADDFDC7A95F}"/>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Toon en bespreek de juiste oplossing</a:t>
            </a:r>
          </a:p>
        </p:txBody>
      </p:sp>
      <p:sp>
        <p:nvSpPr>
          <p:cNvPr id="3" name="accent-15">
            <a:extLst xmlns:a="http://schemas.openxmlformats.org/drawingml/2006/main">
              <a:ext uri="{FF2B5EF4-FFF2-40B4-BE49-F238E27FC236}">
                <a16:creationId xmlns:a16="http://schemas.microsoft.com/office/drawing/2014/main" id="{6B4B6C29-3263-455B-8A61-56D1627635BD}"/>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5">
            <a:extLst xmlns:a="http://schemas.openxmlformats.org/drawingml/2006/main">
              <a:ext uri="{FF2B5EF4-FFF2-40B4-BE49-F238E27FC236}">
                <a16:creationId xmlns:a16="http://schemas.microsoft.com/office/drawing/2014/main" id="{7D574107-63BF-4BF7-9A93-295DC0DC3627}"/>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Sluit eerst de antwoorden</a:t>
            </a:r>
          </a:p>
          <a:p xmlns:a="http://schemas.openxmlformats.org/drawingml/2006/main">
            <a:pPr>
              <a:defRPr sz="1575">
                <a:solidFill>
                  <a:srgbClr val="17212D"/>
                </a:solidFill>
              </a:defRPr>
            </a:pPr>
            <a:r>
              <a:rPr sz="1575">
                <a:solidFill>
                  <a:srgbClr val="17212D"/>
                </a:solidFill>
              </a:rPr>
              <a:t>• Toon daarna bewust het juiste antwoord</a:t>
            </a:r>
          </a:p>
          <a:p xmlns:a="http://schemas.openxmlformats.org/drawingml/2006/main">
            <a:pPr>
              <a:defRPr sz="1575">
                <a:solidFill>
                  <a:srgbClr val="17212D"/>
                </a:solidFill>
              </a:defRPr>
            </a:pPr>
            <a:r>
              <a:rPr sz="1575">
                <a:solidFill>
                  <a:srgbClr val="17212D"/>
                </a:solidFill>
              </a:rPr>
              <a:t>• Geef uitleg en open de volgende vraag</a:t>
            </a:r>
          </a:p>
        </p:txBody>
      </p:sp>
      <p:sp>
        <p:nvSpPr>
          <p:cNvPr id="5" name="takeaway-box-15">
            <a:extLst xmlns:a="http://schemas.openxmlformats.org/drawingml/2006/main">
              <a:ext uri="{FF2B5EF4-FFF2-40B4-BE49-F238E27FC236}">
                <a16:creationId xmlns:a16="http://schemas.microsoft.com/office/drawing/2014/main" id="{14E3EE02-B2A6-4F70-9881-589DB8D5C336}"/>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5">
            <a:extLst xmlns:a="http://schemas.openxmlformats.org/drawingml/2006/main">
              <a:ext uri="{FF2B5EF4-FFF2-40B4-BE49-F238E27FC236}">
                <a16:creationId xmlns:a16="http://schemas.microsoft.com/office/drawing/2014/main" id="{FBEA5EBE-D017-4A36-B1F8-821E02831EA0}"/>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5">
            <a:extLst xmlns:a="http://schemas.openxmlformats.org/drawingml/2006/main">
              <a:ext uri="{FF2B5EF4-FFF2-40B4-BE49-F238E27FC236}">
                <a16:creationId xmlns:a16="http://schemas.microsoft.com/office/drawing/2014/main" id="{E1A825EA-66BC-400E-99E7-7275E957A511}"/>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De antwoordverdeling maakt elke vraag tot een leermoment.</a:t>
            </a:r>
          </a:p>
        </p:txBody>
      </p:sp>
      <p:sp>
        <p:nvSpPr>
          <p:cNvPr id="8" name="frame-quizmaster-oplossing.jpg">
            <a:extLst xmlns:a="http://schemas.openxmlformats.org/drawingml/2006/main">
              <a:ext uri="{FF2B5EF4-FFF2-40B4-BE49-F238E27FC236}">
                <a16:creationId xmlns:a16="http://schemas.microsoft.com/office/drawing/2014/main" id="{80CD226A-848C-4A3C-8AF8-1D2FB384AF81}"/>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15e9322fceec4adf"/>
          <a:stretch xmlns:a="http://schemas.openxmlformats.org/drawingml/2006/main"/>
        </p:blipFill>
        <p:spPr>
          <a:xfrm xmlns:a="http://schemas.openxmlformats.org/drawingml/2006/main">
            <a:off x="5219700" y="1612210"/>
            <a:ext cx="6286500" cy="3538330"/>
          </a:xfrm>
          <a:prstGeom xmlns:a="http://schemas.openxmlformats.org/drawingml/2006/main" prst="roundRect">
            <a:avLst>
              <a:gd name="adj" fmla="val 2094"/>
            </a:avLst>
          </a:prstGeom>
        </p:spPr>
      </p:pic>
      <p:sp>
        <p:nvSpPr>
          <p:cNvPr id="10" name="image-caption-15">
            <a:extLst xmlns:a="http://schemas.openxmlformats.org/drawingml/2006/main">
              <a:ext uri="{FF2B5EF4-FFF2-40B4-BE49-F238E27FC236}">
                <a16:creationId xmlns:a16="http://schemas.microsoft.com/office/drawing/2014/main" id="{F41CB939-103C-4112-A1B0-784992FAE91C}"/>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15">
            <a:extLst xmlns:a="http://schemas.openxmlformats.org/drawingml/2006/main">
              <a:ext uri="{FF2B5EF4-FFF2-40B4-BE49-F238E27FC236}">
                <a16:creationId xmlns:a16="http://schemas.microsoft.com/office/drawing/2014/main" id="{38480DCD-169F-4B76-ADB0-605B0313DE4B}"/>
              </a:ext>
            </a:extLst>
          </p:cNvPr>
          <p:cNvSpPr>
            <a:spLocks xmlns:a="http://schemas.openxmlformats.org/drawingml/2006/main" noGrp="1"/>
          </p:cNvSpPr>
          <p:nvPr/>
        </p:nvSpPr>
        <p:spPr>
          <a:xfrm xmlns:a="http://schemas.openxmlformats.org/drawingml/2006/main">
            <a:off x="0" y="6800850"/>
            <a:ext cx="10757647"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5">
            <a:extLst xmlns:a="http://schemas.openxmlformats.org/drawingml/2006/main">
              <a:ext uri="{FF2B5EF4-FFF2-40B4-BE49-F238E27FC236}">
                <a16:creationId xmlns:a16="http://schemas.microsoft.com/office/drawing/2014/main" id="{395FF6AA-95B2-4EEA-89DD-32E6B90478D6}"/>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15">
            <a:extLst xmlns:a="http://schemas.openxmlformats.org/drawingml/2006/main">
              <a:ext uri="{FF2B5EF4-FFF2-40B4-BE49-F238E27FC236}">
                <a16:creationId xmlns:a16="http://schemas.microsoft.com/office/drawing/2014/main" id="{001041EE-2C57-48D3-B62E-BC529827AE27}"/>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15 / 17</a:t>
            </a:r>
          </a:p>
        </p:txBody>
      </p:sp>
    </p:spTree>
    <p:extLst>
      <p:ext uri="{BB962C8B-B14F-4D97-AF65-F5344CB8AC3E}">
        <p14:creationId xmlns:p14="http://schemas.microsoft.com/office/powerpoint/2010/main" val="206490823"/>
      </p:ext>
    </p:extLst>
  </p:cSld>
</p:sld>
</file>

<file path=ppt/slides/slide16.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6" name="kicker-16">
            <a:extLst xmlns:a="http://schemas.openxmlformats.org/drawingml/2006/main">
              <a:ext uri="{FF2B5EF4-FFF2-40B4-BE49-F238E27FC236}">
                <a16:creationId xmlns:a16="http://schemas.microsoft.com/office/drawing/2014/main" id="{B3B2EBD8-4C4B-44D4-B225-65C752CAC148}"/>
              </a:ext>
            </a:extLst>
          </p:cNvPr>
          <p:cNvSpPr>
            <a:spLocks xmlns:a="http://schemas.openxmlformats.org/drawingml/2006/main" noGrp="1"/>
          </p:cNvSpPr>
          <p:nvPr/>
        </p:nvSpPr>
        <p:spPr>
          <a:xfrm xmlns:a="http://schemas.openxmlformats.org/drawingml/2006/main">
            <a:off x="72390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NA DE LAATSTE VRAAG</a:t>
            </a:r>
          </a:p>
        </p:txBody>
      </p:sp>
      <p:sp>
        <p:nvSpPr>
          <p:cNvPr id="2" name="title-16">
            <a:extLst xmlns:a="http://schemas.openxmlformats.org/drawingml/2006/main">
              <a:ext uri="{FF2B5EF4-FFF2-40B4-BE49-F238E27FC236}">
                <a16:creationId xmlns:a16="http://schemas.microsoft.com/office/drawing/2014/main" id="{B3A69891-227F-4FF3-9E3F-6A0DEBC61BEA}"/>
              </a:ext>
            </a:extLst>
          </p:cNvPr>
          <p:cNvSpPr>
            <a:spLocks xmlns:a="http://schemas.openxmlformats.org/drawingml/2006/main" noGrp="1"/>
          </p:cNvSpPr>
          <p:nvPr/>
        </p:nvSpPr>
        <p:spPr>
          <a:xfrm xmlns:a="http://schemas.openxmlformats.org/drawingml/2006/main">
            <a:off x="72390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Privé resultaat en gezamenlijke eindanalyse</a:t>
            </a:r>
          </a:p>
        </p:txBody>
      </p:sp>
      <p:sp>
        <p:nvSpPr>
          <p:cNvPr id="3" name="accent-16">
            <a:extLst xmlns:a="http://schemas.openxmlformats.org/drawingml/2006/main">
              <a:ext uri="{FF2B5EF4-FFF2-40B4-BE49-F238E27FC236}">
                <a16:creationId xmlns:a16="http://schemas.microsoft.com/office/drawing/2014/main" id="{1E9F8B2F-6D49-4F2E-A6F7-3574BFF21BA4}"/>
              </a:ext>
            </a:extLst>
          </p:cNvPr>
          <p:cNvSpPr>
            <a:spLocks xmlns:a="http://schemas.openxmlformats.org/drawingml/2006/main" noGrp="1"/>
          </p:cNvSpPr>
          <p:nvPr/>
        </p:nvSpPr>
        <p:spPr>
          <a:xfrm xmlns:a="http://schemas.openxmlformats.org/drawingml/2006/main">
            <a:off x="72390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6">
            <a:extLst xmlns:a="http://schemas.openxmlformats.org/drawingml/2006/main">
              <a:ext uri="{FF2B5EF4-FFF2-40B4-BE49-F238E27FC236}">
                <a16:creationId xmlns:a16="http://schemas.microsoft.com/office/drawing/2014/main" id="{A5B18D01-497D-431D-840E-18133B0DA399}"/>
              </a:ext>
            </a:extLst>
          </p:cNvPr>
          <p:cNvSpPr>
            <a:spLocks xmlns:a="http://schemas.openxmlformats.org/drawingml/2006/main" noGrp="1"/>
          </p:cNvSpPr>
          <p:nvPr/>
        </p:nvSpPr>
        <p:spPr>
          <a:xfrm xmlns:a="http://schemas.openxmlformats.org/drawingml/2006/main">
            <a:off x="72390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Persoonlijke score alleen op de eigen gsm</a:t>
            </a:r>
          </a:p>
          <a:p xmlns:a="http://schemas.openxmlformats.org/drawingml/2006/main">
            <a:pPr>
              <a:defRPr sz="1575">
                <a:solidFill>
                  <a:srgbClr val="17212D"/>
                </a:solidFill>
              </a:defRPr>
            </a:pPr>
            <a:r>
              <a:rPr sz="1575">
                <a:solidFill>
                  <a:srgbClr val="17212D"/>
                </a:solidFill>
              </a:rPr>
              <a:t>• Top drie leerpunten op het zaalscherm</a:t>
            </a:r>
          </a:p>
          <a:p xmlns:a="http://schemas.openxmlformats.org/drawingml/2006/main">
            <a:pPr>
              <a:defRPr sz="1575">
                <a:solidFill>
                  <a:srgbClr val="17212D"/>
                </a:solidFill>
              </a:defRPr>
            </a:pPr>
            <a:r>
              <a:rPr sz="1575">
                <a:solidFill>
                  <a:srgbClr val="17212D"/>
                </a:solidFill>
              </a:rPr>
              <a:t>• Geen namen of openbare rangschikking</a:t>
            </a:r>
          </a:p>
        </p:txBody>
      </p:sp>
      <p:sp>
        <p:nvSpPr>
          <p:cNvPr id="5" name="takeaway-box-16">
            <a:extLst xmlns:a="http://schemas.openxmlformats.org/drawingml/2006/main">
              <a:ext uri="{FF2B5EF4-FFF2-40B4-BE49-F238E27FC236}">
                <a16:creationId xmlns:a16="http://schemas.microsoft.com/office/drawing/2014/main" id="{810ABBE7-8059-46BF-A36C-EDB06930F283}"/>
              </a:ext>
            </a:extLst>
          </p:cNvPr>
          <p:cNvSpPr>
            <a:spLocks xmlns:a="http://schemas.openxmlformats.org/drawingml/2006/main" noGrp="1"/>
          </p:cNvSpPr>
          <p:nvPr/>
        </p:nvSpPr>
        <p:spPr>
          <a:xfrm xmlns:a="http://schemas.openxmlformats.org/drawingml/2006/main">
            <a:off x="72390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6">
            <a:extLst xmlns:a="http://schemas.openxmlformats.org/drawingml/2006/main">
              <a:ext uri="{FF2B5EF4-FFF2-40B4-BE49-F238E27FC236}">
                <a16:creationId xmlns:a16="http://schemas.microsoft.com/office/drawing/2014/main" id="{F3C1FF5A-37B9-42A7-ADB9-78A0104C910C}"/>
              </a:ext>
            </a:extLst>
          </p:cNvPr>
          <p:cNvSpPr>
            <a:spLocks xmlns:a="http://schemas.openxmlformats.org/drawingml/2006/main" noGrp="1"/>
          </p:cNvSpPr>
          <p:nvPr/>
        </p:nvSpPr>
        <p:spPr>
          <a:xfrm xmlns:a="http://schemas.openxmlformats.org/drawingml/2006/main">
            <a:off x="72390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6">
            <a:extLst xmlns:a="http://schemas.openxmlformats.org/drawingml/2006/main">
              <a:ext uri="{FF2B5EF4-FFF2-40B4-BE49-F238E27FC236}">
                <a16:creationId xmlns:a16="http://schemas.microsoft.com/office/drawing/2014/main" id="{48EA17AD-40B9-4E84-B89E-B29DCF03A8DD}"/>
              </a:ext>
            </a:extLst>
          </p:cNvPr>
          <p:cNvSpPr>
            <a:spLocks xmlns:a="http://schemas.openxmlformats.org/drawingml/2006/main" noGrp="1"/>
          </p:cNvSpPr>
          <p:nvPr/>
        </p:nvSpPr>
        <p:spPr>
          <a:xfrm xmlns:a="http://schemas.openxmlformats.org/drawingml/2006/main">
            <a:off x="75057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De groep herhaalt wat het vaakst fout werd beantwoord.</a:t>
            </a:r>
          </a:p>
        </p:txBody>
      </p:sp>
      <p:sp>
        <p:nvSpPr>
          <p:cNvPr id="8" name="frame-deelnemer-resultaat.jpg">
            <a:extLst xmlns:a="http://schemas.openxmlformats.org/drawingml/2006/main">
              <a:ext uri="{FF2B5EF4-FFF2-40B4-BE49-F238E27FC236}">
                <a16:creationId xmlns:a16="http://schemas.microsoft.com/office/drawing/2014/main" id="{2CFD8051-4936-4C99-8E51-A6E90F35B8F9}"/>
              </a:ext>
            </a:extLst>
          </p:cNvPr>
          <p:cNvSpPr>
            <a:spLocks xmlns:a="http://schemas.openxmlformats.org/drawingml/2006/main" noGrp="1"/>
          </p:cNvSpPr>
          <p:nvPr/>
        </p:nvSpPr>
        <p:spPr>
          <a:xfrm xmlns:a="http://schemas.openxmlformats.org/drawingml/2006/main">
            <a:off x="590550" y="1466850"/>
            <a:ext cx="3143250" cy="38290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19050">
            <a:solidFill>
              <a:srgbClr val="C9DEE7"/>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8e7e2f315f174d85"/>
          <a:stretch xmlns:a="http://schemas.openxmlformats.org/drawingml/2006/main"/>
        </p:blipFill>
        <p:spPr>
          <a:xfrm xmlns:a="http://schemas.openxmlformats.org/drawingml/2006/main">
            <a:off x="685800" y="2550403"/>
            <a:ext cx="2952750" cy="1661943"/>
          </a:xfrm>
          <a:prstGeom xmlns:a="http://schemas.openxmlformats.org/drawingml/2006/main" prst="roundRect">
            <a:avLst>
              <a:gd name="adj" fmla="val 2581"/>
            </a:avLst>
          </a:prstGeom>
        </p:spPr>
      </p:pic>
      <p:sp>
        <p:nvSpPr>
          <p:cNvPr id="10" name="frame-zaalscherm-eindanalyse.jpg">
            <a:extLst xmlns:a="http://schemas.openxmlformats.org/drawingml/2006/main">
              <a:ext uri="{FF2B5EF4-FFF2-40B4-BE49-F238E27FC236}">
                <a16:creationId xmlns:a16="http://schemas.microsoft.com/office/drawing/2014/main" id="{65E6F116-C173-49BA-B835-B134F26B2F89}"/>
              </a:ext>
            </a:extLst>
          </p:cNvPr>
          <p:cNvSpPr>
            <a:spLocks xmlns:a="http://schemas.openxmlformats.org/drawingml/2006/main" noGrp="1"/>
          </p:cNvSpPr>
          <p:nvPr/>
        </p:nvSpPr>
        <p:spPr>
          <a:xfrm xmlns:a="http://schemas.openxmlformats.org/drawingml/2006/main">
            <a:off x="3924300" y="1466850"/>
            <a:ext cx="3143250" cy="38290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19050">
            <a:solidFill>
              <a:srgbClr val="C9DEE7"/>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8ef725a296024c68"/>
          <a:stretch xmlns:a="http://schemas.openxmlformats.org/drawingml/2006/main"/>
        </p:blipFill>
        <p:spPr>
          <a:xfrm xmlns:a="http://schemas.openxmlformats.org/drawingml/2006/main">
            <a:off x="4019550" y="2550403"/>
            <a:ext cx="2952750" cy="1661943"/>
          </a:xfrm>
          <a:prstGeom xmlns:a="http://schemas.openxmlformats.org/drawingml/2006/main" prst="roundRect">
            <a:avLst>
              <a:gd name="adj" fmla="val 2581"/>
            </a:avLst>
          </a:prstGeom>
        </p:spPr>
      </p:pic>
      <p:sp>
        <p:nvSpPr>
          <p:cNvPr id="12" name="image-caption-16">
            <a:extLst xmlns:a="http://schemas.openxmlformats.org/drawingml/2006/main">
              <a:ext uri="{FF2B5EF4-FFF2-40B4-BE49-F238E27FC236}">
                <a16:creationId xmlns:a16="http://schemas.microsoft.com/office/drawing/2014/main" id="{DBED1283-8778-41AD-9D35-1E6CF0015580}"/>
              </a:ext>
            </a:extLst>
          </p:cNvPr>
          <p:cNvSpPr>
            <a:spLocks xmlns:a="http://schemas.openxmlformats.org/drawingml/2006/main" noGrp="1"/>
          </p:cNvSpPr>
          <p:nvPr/>
        </p:nvSpPr>
        <p:spPr>
          <a:xfrm xmlns:a="http://schemas.openxmlformats.org/drawingml/2006/main">
            <a:off x="6858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3" name="progress-16">
            <a:extLst xmlns:a="http://schemas.openxmlformats.org/drawingml/2006/main">
              <a:ext uri="{FF2B5EF4-FFF2-40B4-BE49-F238E27FC236}">
                <a16:creationId xmlns:a16="http://schemas.microsoft.com/office/drawing/2014/main" id="{BBFC30DD-6E36-4462-8FC3-381B3A727366}"/>
              </a:ext>
            </a:extLst>
          </p:cNvPr>
          <p:cNvSpPr>
            <a:spLocks xmlns:a="http://schemas.openxmlformats.org/drawingml/2006/main" noGrp="1"/>
          </p:cNvSpPr>
          <p:nvPr/>
        </p:nvSpPr>
        <p:spPr>
          <a:xfrm xmlns:a="http://schemas.openxmlformats.org/drawingml/2006/main">
            <a:off x="0" y="6800850"/>
            <a:ext cx="11474824"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4" name="footer-label-16">
            <a:extLst xmlns:a="http://schemas.openxmlformats.org/drawingml/2006/main">
              <a:ext uri="{FF2B5EF4-FFF2-40B4-BE49-F238E27FC236}">
                <a16:creationId xmlns:a16="http://schemas.microsoft.com/office/drawing/2014/main" id="{59FA2736-D95F-42B2-A6A9-B2D61FAD4663}"/>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5" name="footer-number-16">
            <a:extLst xmlns:a="http://schemas.openxmlformats.org/drawingml/2006/main">
              <a:ext uri="{FF2B5EF4-FFF2-40B4-BE49-F238E27FC236}">
                <a16:creationId xmlns:a16="http://schemas.microsoft.com/office/drawing/2014/main" id="{F1B24C60-A0E2-44E2-9296-7880C723FF2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16 / 17</a:t>
            </a:r>
          </a:p>
        </p:txBody>
      </p:sp>
    </p:spTree>
    <p:extLst>
      <p:ext uri="{BB962C8B-B14F-4D97-AF65-F5344CB8AC3E}">
        <p14:creationId xmlns:p14="http://schemas.microsoft.com/office/powerpoint/2010/main" val="1905879219"/>
      </p:ext>
    </p:extLst>
  </p:cSld>
</p:sld>
</file>

<file path=ppt/slides/slide17.xml><?xml version="1.0" encoding="utf-8"?>
<p:sld xmlns:p="http://schemas.openxmlformats.org/presentationml/2006/main">
  <p:cSld>
    <p:bg>
      <p:bgPr>
        <a:solidFill xmlns:a="http://schemas.openxmlformats.org/drawingml/2006/main">
          <a:srgbClr val="EEF6F9"/>
        </a:solidFill>
      </p:bgPr>
    </p:bg>
    <p:spTree>
      <p:nvGrpSpPr>
        <p:cNvPr id="1" name=""/>
        <p:cNvGrpSpPr/>
        <p:nvPr/>
      </p:nvGrpSpPr>
      <p:grpSpPr>
        <a:xfrm xmlns:a="http://schemas.openxmlformats.org/drawingml/2006/main"/>
      </p:grpSpPr>
      <p:sp>
        <p:nvSpPr>
          <p:cNvPr id="14" name="kicker-17">
            <a:extLst xmlns:a="http://schemas.openxmlformats.org/drawingml/2006/main">
              <a:ext uri="{FF2B5EF4-FFF2-40B4-BE49-F238E27FC236}">
                <a16:creationId xmlns:a16="http://schemas.microsoft.com/office/drawing/2014/main" id="{DE587EF6-DFCA-4321-AB73-44978C4183D6}"/>
              </a:ext>
            </a:extLst>
          </p:cNvPr>
          <p:cNvSpPr>
            <a:spLocks xmlns:a="http://schemas.openxmlformats.org/drawingml/2006/main" noGrp="1"/>
          </p:cNvSpPr>
          <p:nvPr/>
        </p:nvSpPr>
        <p:spPr>
          <a:xfrm xmlns:a="http://schemas.openxmlformats.org/drawingml/2006/main">
            <a:off x="685800" y="552450"/>
            <a:ext cx="426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00" b="1">
                <a:solidFill>
                  <a:srgbClr val="075678"/>
                </a:solidFill>
              </a:defRPr>
            </a:pPr>
            <a:r>
              <a:rPr sz="1200" b="1">
                <a:solidFill>
                  <a:srgbClr val="075678"/>
                </a:solidFill>
              </a:rPr>
              <a:t>TOT SLOT</a:t>
            </a:r>
          </a:p>
        </p:txBody>
      </p:sp>
      <p:sp>
        <p:nvSpPr>
          <p:cNvPr id="2" name="title-17">
            <a:extLst xmlns:a="http://schemas.openxmlformats.org/drawingml/2006/main">
              <a:ext uri="{FF2B5EF4-FFF2-40B4-BE49-F238E27FC236}">
                <a16:creationId xmlns:a16="http://schemas.microsoft.com/office/drawing/2014/main" id="{824CEB68-7E49-4FA1-8995-329DF118D89C}"/>
              </a:ext>
            </a:extLst>
          </p:cNvPr>
          <p:cNvSpPr>
            <a:spLocks xmlns:a="http://schemas.openxmlformats.org/drawingml/2006/main" noGrp="1"/>
          </p:cNvSpPr>
          <p:nvPr/>
        </p:nvSpPr>
        <p:spPr>
          <a:xfrm xmlns:a="http://schemas.openxmlformats.org/drawingml/2006/main">
            <a:off x="685800" y="895350"/>
            <a:ext cx="42672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17212D"/>
                </a:solidFill>
              </a:defRPr>
            </a:pPr>
            <a:r>
              <a:rPr sz="2700" b="1">
                <a:solidFill>
                  <a:srgbClr val="17212D"/>
                </a:solidFill>
              </a:rPr>
              <a:t>Opnieuw beginnen en briefjes juist vervangen</a:t>
            </a:r>
          </a:p>
        </p:txBody>
      </p:sp>
      <p:sp>
        <p:nvSpPr>
          <p:cNvPr id="3" name="accent-17">
            <a:extLst xmlns:a="http://schemas.openxmlformats.org/drawingml/2006/main">
              <a:ext uri="{FF2B5EF4-FFF2-40B4-BE49-F238E27FC236}">
                <a16:creationId xmlns:a16="http://schemas.microsoft.com/office/drawing/2014/main" id="{287DFA7E-F016-47D6-B32E-42471044EF32}"/>
              </a:ext>
            </a:extLst>
          </p:cNvPr>
          <p:cNvSpPr>
            <a:spLocks xmlns:a="http://schemas.openxmlformats.org/drawingml/2006/main" noGrp="1"/>
          </p:cNvSpPr>
          <p:nvPr/>
        </p:nvSpPr>
        <p:spPr>
          <a:xfrm xmlns:a="http://schemas.openxmlformats.org/drawingml/2006/main">
            <a:off x="685800" y="2247900"/>
            <a:ext cx="8763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4" name="bullets-17">
            <a:extLst xmlns:a="http://schemas.openxmlformats.org/drawingml/2006/main">
              <a:ext uri="{FF2B5EF4-FFF2-40B4-BE49-F238E27FC236}">
                <a16:creationId xmlns:a16="http://schemas.microsoft.com/office/drawing/2014/main" id="{15AFF21B-620E-412C-90C2-141C0601F4FE}"/>
              </a:ext>
            </a:extLst>
          </p:cNvPr>
          <p:cNvSpPr>
            <a:spLocks xmlns:a="http://schemas.openxmlformats.org/drawingml/2006/main" noGrp="1"/>
          </p:cNvSpPr>
          <p:nvPr/>
        </p:nvSpPr>
        <p:spPr>
          <a:xfrm xmlns:a="http://schemas.openxmlformats.org/drawingml/2006/main">
            <a:off x="685800" y="2514600"/>
            <a:ext cx="426720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75">
                <a:solidFill>
                  <a:srgbClr val="17212D"/>
                </a:solidFill>
              </a:defRPr>
            </a:pPr>
            <a:r>
              <a:rPr sz="1575">
                <a:solidFill>
                  <a:srgbClr val="17212D"/>
                </a:solidFill>
              </a:rPr>
              <a:t>• Nieuwe sessie voorbereiden indien gewenst</a:t>
            </a:r>
          </a:p>
          <a:p xmlns:a="http://schemas.openxmlformats.org/drawingml/2006/main">
            <a:pPr>
              <a:defRPr sz="1575">
                <a:solidFill>
                  <a:srgbClr val="17212D"/>
                </a:solidFill>
              </a:defRPr>
            </a:pPr>
            <a:r>
              <a:rPr sz="1575">
                <a:solidFill>
                  <a:srgbClr val="17212D"/>
                </a:solidFill>
              </a:rPr>
              <a:t>• Bij een nieuwe code ook nieuwe briefjes afdrukken</a:t>
            </a:r>
          </a:p>
          <a:p xmlns:a="http://schemas.openxmlformats.org/drawingml/2006/main">
            <a:pPr>
              <a:defRPr sz="1575">
                <a:solidFill>
                  <a:srgbClr val="17212D"/>
                </a:solidFill>
              </a:defRPr>
            </a:pPr>
            <a:r>
              <a:rPr sz="1575">
                <a:solidFill>
                  <a:srgbClr val="17212D"/>
                </a:solidFill>
              </a:rPr>
              <a:t>• Oefen vooraf met 5 vragen en bestuursleden</a:t>
            </a:r>
          </a:p>
        </p:txBody>
      </p:sp>
      <p:sp>
        <p:nvSpPr>
          <p:cNvPr id="5" name="takeaway-box-17">
            <a:extLst xmlns:a="http://schemas.openxmlformats.org/drawingml/2006/main">
              <a:ext uri="{FF2B5EF4-FFF2-40B4-BE49-F238E27FC236}">
                <a16:creationId xmlns:a16="http://schemas.microsoft.com/office/drawing/2014/main" id="{7FE8CC2C-E013-4393-8F77-1BE2D8777129}"/>
              </a:ext>
            </a:extLst>
          </p:cNvPr>
          <p:cNvSpPr>
            <a:spLocks xmlns:a="http://schemas.openxmlformats.org/drawingml/2006/main" noGrp="1"/>
          </p:cNvSpPr>
          <p:nvPr/>
        </p:nvSpPr>
        <p:spPr>
          <a:xfrm xmlns:a="http://schemas.openxmlformats.org/drawingml/2006/main">
            <a:off x="685800" y="4229100"/>
            <a:ext cx="426720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C9DEE7"/>
            </a:solidFill>
            <a:prstDash val="solid"/>
          </a:ln>
        </p:spPr>
      </p:sp>
      <p:sp>
        <p:nvSpPr>
          <p:cNvPr id="6" name="takeaway-line-17">
            <a:extLst xmlns:a="http://schemas.openxmlformats.org/drawingml/2006/main">
              <a:ext uri="{FF2B5EF4-FFF2-40B4-BE49-F238E27FC236}">
                <a16:creationId xmlns:a16="http://schemas.microsoft.com/office/drawing/2014/main" id="{A8B1AD5A-5781-4F13-A972-16E031B1D9F4}"/>
              </a:ext>
            </a:extLst>
          </p:cNvPr>
          <p:cNvSpPr>
            <a:spLocks xmlns:a="http://schemas.openxmlformats.org/drawingml/2006/main" noGrp="1"/>
          </p:cNvSpPr>
          <p:nvPr/>
        </p:nvSpPr>
        <p:spPr>
          <a:xfrm xmlns:a="http://schemas.openxmlformats.org/drawingml/2006/main">
            <a:off x="685800" y="4229100"/>
            <a:ext cx="76200" cy="1104900"/>
          </a:xfrm>
          <a:prstGeom xmlns:a="http://schemas.openxmlformats.org/drawingml/2006/main" prst="rect">
            <a:avLst/>
          </a:prstGeom>
          <a:solidFill xmlns:a="http://schemas.openxmlformats.org/drawingml/2006/main">
            <a:srgbClr val="168044"/>
          </a:solidFill>
          <a:ln xmlns:a="http://schemas.openxmlformats.org/drawingml/2006/main" w="0">
            <a:noFill/>
            <a:prstDash val="solid"/>
          </a:ln>
        </p:spPr>
      </p:sp>
      <p:sp>
        <p:nvSpPr>
          <p:cNvPr id="7" name="takeaway-17">
            <a:extLst xmlns:a="http://schemas.openxmlformats.org/drawingml/2006/main">
              <a:ext uri="{FF2B5EF4-FFF2-40B4-BE49-F238E27FC236}">
                <a16:creationId xmlns:a16="http://schemas.microsoft.com/office/drawing/2014/main" id="{ABB0C22F-D600-40EC-8504-10B9C92CE71E}"/>
              </a:ext>
            </a:extLst>
          </p:cNvPr>
          <p:cNvSpPr>
            <a:spLocks xmlns:a="http://schemas.openxmlformats.org/drawingml/2006/main" noGrp="1"/>
          </p:cNvSpPr>
          <p:nvPr/>
        </p:nvSpPr>
        <p:spPr>
          <a:xfrm xmlns:a="http://schemas.openxmlformats.org/drawingml/2006/main">
            <a:off x="952500" y="4400550"/>
            <a:ext cx="3733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425" b="1">
                <a:solidFill>
                  <a:srgbClr val="168044"/>
                </a:solidFill>
              </a:defRPr>
            </a:pPr>
            <a:r>
              <a:rPr sz="1425" b="1">
                <a:solidFill>
                  <a:srgbClr val="168044"/>
                </a:solidFill>
              </a:rPr>
              <a:t>Met een proef, reserves en de handleiding bent u klaar voor de zaal.</a:t>
            </a:r>
          </a:p>
        </p:txBody>
      </p:sp>
      <p:sp>
        <p:nvSpPr>
          <p:cNvPr id="8" name="frame-quizmaster-eindanalyse.jpg">
            <a:extLst xmlns:a="http://schemas.openxmlformats.org/drawingml/2006/main">
              <a:ext uri="{FF2B5EF4-FFF2-40B4-BE49-F238E27FC236}">
                <a16:creationId xmlns:a16="http://schemas.microsoft.com/office/drawing/2014/main" id="{4574129E-C72F-4A00-908A-29A5A671094E}"/>
              </a:ext>
            </a:extLst>
          </p:cNvPr>
          <p:cNvSpPr>
            <a:spLocks xmlns:a="http://schemas.openxmlformats.org/drawingml/2006/main" noGrp="1"/>
          </p:cNvSpPr>
          <p:nvPr/>
        </p:nvSpPr>
        <p:spPr>
          <a:xfrm xmlns:a="http://schemas.openxmlformats.org/drawingml/2006/main">
            <a:off x="5124450" y="1466850"/>
            <a:ext cx="6477000" cy="3829050"/>
          </a:xfrm>
          <a:prstGeom xmlns:a="http://schemas.openxmlformats.org/drawingml/2006/main" prst="roundRect">
            <a:avLst>
              <a:gd name="adj" fmla="val 1990"/>
            </a:avLst>
          </a:prstGeom>
          <a:solidFill xmlns:a="http://schemas.openxmlformats.org/drawingml/2006/main">
            <a:srgbClr val="FFFFFF"/>
          </a:solidFill>
          <a:ln xmlns:a="http://schemas.openxmlformats.org/drawingml/2006/main" w="19050">
            <a:solidFill>
              <a:srgbClr val="C9DEE7"/>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71a4407b5ff4ed2"/>
          <a:stretch xmlns:a="http://schemas.openxmlformats.org/drawingml/2006/main"/>
        </p:blipFill>
        <p:spPr>
          <a:xfrm xmlns:a="http://schemas.openxmlformats.org/drawingml/2006/main">
            <a:off x="5219700" y="1612210"/>
            <a:ext cx="6286500" cy="3538330"/>
          </a:xfrm>
          <a:prstGeom xmlns:a="http://schemas.openxmlformats.org/drawingml/2006/main" prst="roundRect">
            <a:avLst>
              <a:gd name="adj" fmla="val 2094"/>
            </a:avLst>
          </a:prstGeom>
        </p:spPr>
      </p:pic>
      <p:sp>
        <p:nvSpPr>
          <p:cNvPr id="10" name="image-caption-17">
            <a:extLst xmlns:a="http://schemas.openxmlformats.org/drawingml/2006/main">
              <a:ext uri="{FF2B5EF4-FFF2-40B4-BE49-F238E27FC236}">
                <a16:creationId xmlns:a16="http://schemas.microsoft.com/office/drawing/2014/main" id="{8BEFE7E8-E7D7-4CB1-9C5D-2891758F5A54}"/>
              </a:ext>
            </a:extLst>
          </p:cNvPr>
          <p:cNvSpPr>
            <a:spLocks xmlns:a="http://schemas.openxmlformats.org/drawingml/2006/main" noGrp="1"/>
          </p:cNvSpPr>
          <p:nvPr/>
        </p:nvSpPr>
        <p:spPr>
          <a:xfrm xmlns:a="http://schemas.openxmlformats.org/drawingml/2006/main">
            <a:off x="5219700" y="5391150"/>
            <a:ext cx="628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a:solidFill>
                  <a:srgbClr val="5B6B7F"/>
                </a:solidFill>
              </a:defRPr>
            </a:pPr>
            <a:r>
              <a:rPr sz="975">
                <a:solidFill>
                  <a:srgbClr val="5B6B7F"/>
                </a:solidFill>
              </a:rPr>
              <a:t>Echte schermen uit de quiz</a:t>
            </a:r>
          </a:p>
        </p:txBody>
      </p:sp>
      <p:sp>
        <p:nvSpPr>
          <p:cNvPr id="11" name="progress-17">
            <a:extLst xmlns:a="http://schemas.openxmlformats.org/drawingml/2006/main">
              <a:ext uri="{FF2B5EF4-FFF2-40B4-BE49-F238E27FC236}">
                <a16:creationId xmlns:a16="http://schemas.microsoft.com/office/drawing/2014/main" id="{F4D68439-3757-447E-8A44-36C64613D13B}"/>
              </a:ext>
            </a:extLst>
          </p:cNvPr>
          <p:cNvSpPr>
            <a:spLocks xmlns:a="http://schemas.openxmlformats.org/drawingml/2006/main" noGrp="1"/>
          </p:cNvSpPr>
          <p:nvPr/>
        </p:nvSpPr>
        <p:spPr>
          <a:xfrm xmlns:a="http://schemas.openxmlformats.org/drawingml/2006/main">
            <a:off x="0" y="6800850"/>
            <a:ext cx="12192000" cy="57150"/>
          </a:xfrm>
          <a:prstGeom xmlns:a="http://schemas.openxmlformats.org/drawingml/2006/main" prst="rect">
            <a:avLst/>
          </a:prstGeom>
          <a:solidFill xmlns:a="http://schemas.openxmlformats.org/drawingml/2006/main">
            <a:srgbClr val="20A7C8"/>
          </a:solidFill>
          <a:ln xmlns:a="http://schemas.openxmlformats.org/drawingml/2006/main" w="0">
            <a:noFill/>
            <a:prstDash val="solid"/>
          </a:ln>
        </p:spPr>
      </p:sp>
      <p:sp>
        <p:nvSpPr>
          <p:cNvPr id="12" name="footer-label-17">
            <a:extLst xmlns:a="http://schemas.openxmlformats.org/drawingml/2006/main">
              <a:ext uri="{FF2B5EF4-FFF2-40B4-BE49-F238E27FC236}">
                <a16:creationId xmlns:a16="http://schemas.microsoft.com/office/drawing/2014/main" id="{FFC6A82E-8F6D-497A-8D7D-29AD0E68780C}"/>
              </a:ext>
            </a:extLst>
          </p:cNvPr>
          <p:cNvSpPr>
            <a:spLocks xmlns:a="http://schemas.openxmlformats.org/drawingml/2006/main" noGrp="1"/>
          </p:cNvSpPr>
          <p:nvPr/>
        </p:nvSpPr>
        <p:spPr>
          <a:xfrm xmlns:a="http://schemas.openxmlformats.org/drawingml/2006/main">
            <a:off x="685800" y="6438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975">
                <a:solidFill>
                  <a:srgbClr val="5B6B7F"/>
                </a:solidFill>
              </a:defRPr>
            </a:pPr>
            <a:r>
              <a:rPr sz="975">
                <a:solidFill>
                  <a:srgbClr val="5B6B7F"/>
                </a:solidFill>
              </a:rPr>
              <a:t>Live Diabetes Quiz</a:t>
            </a:r>
          </a:p>
        </p:txBody>
      </p:sp>
      <p:sp>
        <p:nvSpPr>
          <p:cNvPr id="13" name="footer-number-17">
            <a:extLst xmlns:a="http://schemas.openxmlformats.org/drawingml/2006/main">
              <a:ext uri="{FF2B5EF4-FFF2-40B4-BE49-F238E27FC236}">
                <a16:creationId xmlns:a16="http://schemas.microsoft.com/office/drawing/2014/main" id="{4B1F2F83-A568-4A0C-865A-F5D7F7EC3C7C}"/>
              </a:ext>
            </a:extLst>
          </p:cNvPr>
          <p:cNvSpPr>
            <a:spLocks xmlns:a="http://schemas.openxmlformats.org/drawingml/2006/main" noGrp="1"/>
          </p:cNvSpPr>
          <p:nvPr/>
        </p:nvSpPr>
        <p:spPr>
          <a:xfrm xmlns:a="http://schemas.openxmlformats.org/drawingml/2006/main">
            <a:off x="10287000" y="6438900"/>
            <a:ext cx="1219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a:solidFill>
                  <a:srgbClr val="5B6B7F"/>
                </a:solidFill>
              </a:defRPr>
            </a:pPr>
            <a:r>
              <a:rPr sz="975">
                <a:solidFill>
                  <a:srgbClr val="5B6B7F"/>
                </a:solidFill>
              </a:rPr>
              <a:t>17 / 17</a:t>
            </a:r>
          </a:p>
        </p:txBody>
      </p:sp>
    </p:spTree>
    <p:extLst>
      <p:ext uri="{BB962C8B-B14F-4D97-AF65-F5344CB8AC3E}">
        <p14:creationId xmlns:p14="http://schemas.microsoft.com/office/powerpoint/2010/main" val="8522487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2026-08-10T07:33:22.7380000Z</dcterms:created>
  <dcterms:modified xsi:type="dcterms:W3CDTF">2026-08-10T07:33:22.7380000Z</dcterms:modified>
</coreProperties>
</file>